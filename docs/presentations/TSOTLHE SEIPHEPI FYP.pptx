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4"/>
  </p:sldMasterIdLst>
  <p:notesMasterIdLst>
    <p:notesMasterId r:id="rId20"/>
  </p:notesMasterIdLst>
  <p:sldIdLst>
    <p:sldId id="256" r:id="rId5"/>
    <p:sldId id="275" r:id="rId6"/>
    <p:sldId id="266" r:id="rId7"/>
    <p:sldId id="277" r:id="rId8"/>
    <p:sldId id="268" r:id="rId9"/>
    <p:sldId id="258" r:id="rId10"/>
    <p:sldId id="264" r:id="rId11"/>
    <p:sldId id="259" r:id="rId12"/>
    <p:sldId id="274" r:id="rId13"/>
    <p:sldId id="280" r:id="rId14"/>
    <p:sldId id="276" r:id="rId15"/>
    <p:sldId id="278" r:id="rId16"/>
    <p:sldId id="279" r:id="rId17"/>
    <p:sldId id="261" r:id="rId18"/>
    <p:sldId id="272"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1557B4-8982-46E4-A58D-D437394E3B18}" v="2" dt="2025-09-19T10:47:40.0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7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FYP</a:t>
            </a:r>
            <a:r>
              <a:rPr lang="en-US" baseline="0"/>
              <a:t> PROJECT TIMELINE</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bar"/>
        <c:grouping val="stacked"/>
        <c:varyColors val="0"/>
        <c:ser>
          <c:idx val="0"/>
          <c:order val="0"/>
          <c:tx>
            <c:strRef>
              <c:f>Sheet1!$B$1</c:f>
              <c:strCache>
                <c:ptCount val="1"/>
                <c:pt idx="0">
                  <c:v>Start Week</c:v>
                </c:pt>
              </c:strCache>
            </c:strRef>
          </c:tx>
          <c:spPr>
            <a:solidFill>
              <a:schemeClr val="accent1"/>
            </a:solidFill>
            <a:ln>
              <a:noFill/>
            </a:ln>
            <a:effectLst/>
          </c:spPr>
          <c:invertIfNegative val="0"/>
          <c:dPt>
            <c:idx val="0"/>
            <c:invertIfNegative val="0"/>
            <c:bubble3D val="0"/>
            <c:spPr>
              <a:noFill/>
              <a:ln>
                <a:noFill/>
              </a:ln>
              <a:effectLst/>
            </c:spPr>
            <c:extLst>
              <c:ext xmlns:c16="http://schemas.microsoft.com/office/drawing/2014/chart" uri="{C3380CC4-5D6E-409C-BE32-E72D297353CC}">
                <c16:uniqueId val="{00000001-AD53-46E9-BE64-4E5953C3EA30}"/>
              </c:ext>
            </c:extLst>
          </c:dPt>
          <c:dPt>
            <c:idx val="1"/>
            <c:invertIfNegative val="0"/>
            <c:bubble3D val="0"/>
            <c:spPr>
              <a:noFill/>
              <a:ln>
                <a:noFill/>
              </a:ln>
              <a:effectLst/>
            </c:spPr>
            <c:extLst>
              <c:ext xmlns:c16="http://schemas.microsoft.com/office/drawing/2014/chart" uri="{C3380CC4-5D6E-409C-BE32-E72D297353CC}">
                <c16:uniqueId val="{00000003-AD53-46E9-BE64-4E5953C3EA30}"/>
              </c:ext>
            </c:extLst>
          </c:dPt>
          <c:dPt>
            <c:idx val="2"/>
            <c:invertIfNegative val="0"/>
            <c:bubble3D val="0"/>
            <c:spPr>
              <a:noFill/>
              <a:ln>
                <a:noFill/>
              </a:ln>
              <a:effectLst/>
            </c:spPr>
            <c:extLst>
              <c:ext xmlns:c16="http://schemas.microsoft.com/office/drawing/2014/chart" uri="{C3380CC4-5D6E-409C-BE32-E72D297353CC}">
                <c16:uniqueId val="{00000005-AD53-46E9-BE64-4E5953C3EA30}"/>
              </c:ext>
            </c:extLst>
          </c:dPt>
          <c:dPt>
            <c:idx val="3"/>
            <c:invertIfNegative val="0"/>
            <c:bubble3D val="0"/>
            <c:spPr>
              <a:noFill/>
              <a:ln>
                <a:noFill/>
              </a:ln>
              <a:effectLst/>
            </c:spPr>
            <c:extLst>
              <c:ext xmlns:c16="http://schemas.microsoft.com/office/drawing/2014/chart" uri="{C3380CC4-5D6E-409C-BE32-E72D297353CC}">
                <c16:uniqueId val="{00000007-AD53-46E9-BE64-4E5953C3EA30}"/>
              </c:ext>
            </c:extLst>
          </c:dPt>
          <c:cat>
            <c:strRef>
              <c:f>Sheet1!$A$2:$A$5</c:f>
              <c:strCache>
                <c:ptCount val="4"/>
                <c:pt idx="0">
                  <c:v>Project Idea &amp; Documentation</c:v>
                </c:pt>
                <c:pt idx="1">
                  <c:v>System Requirements &amp; Components</c:v>
                </c:pt>
                <c:pt idx="2">
                  <c:v>Project Proposal Presentation</c:v>
                </c:pt>
                <c:pt idx="3">
                  <c:v>Circuit Design &amp; Simulations</c:v>
                </c:pt>
              </c:strCache>
            </c:strRef>
          </c:cat>
          <c:val>
            <c:numRef>
              <c:f>Sheet1!$B$2:$B$5</c:f>
              <c:numCache>
                <c:formatCode>General</c:formatCode>
                <c:ptCount val="4"/>
                <c:pt idx="0">
                  <c:v>1</c:v>
                </c:pt>
                <c:pt idx="1">
                  <c:v>4</c:v>
                </c:pt>
                <c:pt idx="2">
                  <c:v>5</c:v>
                </c:pt>
                <c:pt idx="3">
                  <c:v>6</c:v>
                </c:pt>
              </c:numCache>
            </c:numRef>
          </c:val>
          <c:extLst>
            <c:ext xmlns:c16="http://schemas.microsoft.com/office/drawing/2014/chart" uri="{C3380CC4-5D6E-409C-BE32-E72D297353CC}">
              <c16:uniqueId val="{00000008-AD53-46E9-BE64-4E5953C3EA30}"/>
            </c:ext>
          </c:extLst>
        </c:ser>
        <c:ser>
          <c:idx val="1"/>
          <c:order val="1"/>
          <c:tx>
            <c:strRef>
              <c:f>Sheet1!$E$1</c:f>
              <c:strCache>
                <c:ptCount val="1"/>
                <c:pt idx="0">
                  <c:v>Duration</c:v>
                </c:pt>
              </c:strCache>
            </c:strRef>
          </c:tx>
          <c:spPr>
            <a:solidFill>
              <a:srgbClr val="00B050"/>
            </a:solidFill>
            <a:ln>
              <a:noFill/>
            </a:ln>
            <a:effectLst/>
          </c:spPr>
          <c:invertIfNegative val="0"/>
          <c:cat>
            <c:strRef>
              <c:f>Sheet1!$A$2:$A$5</c:f>
              <c:strCache>
                <c:ptCount val="4"/>
                <c:pt idx="0">
                  <c:v>Project Idea &amp; Documentation</c:v>
                </c:pt>
                <c:pt idx="1">
                  <c:v>System Requirements &amp; Components</c:v>
                </c:pt>
                <c:pt idx="2">
                  <c:v>Project Proposal Presentation</c:v>
                </c:pt>
                <c:pt idx="3">
                  <c:v>Circuit Design &amp; Simulations</c:v>
                </c:pt>
              </c:strCache>
            </c:strRef>
          </c:cat>
          <c:val>
            <c:numRef>
              <c:f>Sheet1!$E$2:$E$5</c:f>
              <c:numCache>
                <c:formatCode>General</c:formatCode>
                <c:ptCount val="4"/>
                <c:pt idx="0">
                  <c:v>4</c:v>
                </c:pt>
                <c:pt idx="1">
                  <c:v>1</c:v>
                </c:pt>
                <c:pt idx="2">
                  <c:v>1</c:v>
                </c:pt>
                <c:pt idx="3">
                  <c:v>6</c:v>
                </c:pt>
              </c:numCache>
            </c:numRef>
          </c:val>
          <c:extLst>
            <c:ext xmlns:c16="http://schemas.microsoft.com/office/drawing/2014/chart" uri="{C3380CC4-5D6E-409C-BE32-E72D297353CC}">
              <c16:uniqueId val="{00000009-AD53-46E9-BE64-4E5953C3EA30}"/>
            </c:ext>
          </c:extLst>
        </c:ser>
        <c:dLbls>
          <c:showLegendKey val="0"/>
          <c:showVal val="0"/>
          <c:showCatName val="0"/>
          <c:showSerName val="0"/>
          <c:showPercent val="0"/>
          <c:showBubbleSize val="0"/>
        </c:dLbls>
        <c:gapWidth val="150"/>
        <c:overlap val="100"/>
        <c:axId val="338282496"/>
        <c:axId val="551841104"/>
      </c:barChart>
      <c:catAx>
        <c:axId val="338282496"/>
        <c:scaling>
          <c:orientation val="maxMin"/>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Activies</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51841104"/>
        <c:crosses val="autoZero"/>
        <c:auto val="1"/>
        <c:lblAlgn val="ctr"/>
        <c:lblOffset val="100"/>
        <c:noMultiLvlLbl val="0"/>
      </c:catAx>
      <c:valAx>
        <c:axId val="551841104"/>
        <c:scaling>
          <c:orientation val="minMax"/>
        </c:scaling>
        <c:delete val="0"/>
        <c:axPos val="t"/>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Weeks</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3828249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W"/>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E3742E-659B-4C84-AB38-1914BEEA2BA1}" type="datetimeFigureOut">
              <a:rPr lang="en-BW" smtClean="0"/>
              <a:t>05/20/2026</a:t>
            </a:fld>
            <a:endParaRPr lang="en-BW"/>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BW"/>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W"/>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W"/>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9FAE7D-D556-4059-9699-0D4C10290972}" type="slidenum">
              <a:rPr lang="en-BW" smtClean="0"/>
              <a:t>‹#›</a:t>
            </a:fld>
            <a:endParaRPr lang="en-BW"/>
          </a:p>
        </p:txBody>
      </p:sp>
    </p:spTree>
    <p:extLst>
      <p:ext uri="{BB962C8B-B14F-4D97-AF65-F5344CB8AC3E}">
        <p14:creationId xmlns:p14="http://schemas.microsoft.com/office/powerpoint/2010/main" val="3503935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a:t>
            </a:r>
          </a:p>
          <a:p>
            <a:endParaRPr lang="en-US" dirty="0"/>
          </a:p>
        </p:txBody>
      </p:sp>
      <p:sp>
        <p:nvSpPr>
          <p:cNvPr id="4" name="Slide Number Placeholder 3"/>
          <p:cNvSpPr>
            <a:spLocks noGrp="1"/>
          </p:cNvSpPr>
          <p:nvPr>
            <p:ph type="sldNum" sz="quarter" idx="5"/>
          </p:nvPr>
        </p:nvSpPr>
        <p:spPr/>
        <p:txBody>
          <a:bodyPr/>
          <a:lstStyle/>
          <a:p>
            <a:fld id="{689FAE7D-D556-4059-9699-0D4C10290972}" type="slidenum">
              <a:rPr lang="en-BW" smtClean="0"/>
              <a:t>1</a:t>
            </a:fld>
            <a:endParaRPr lang="en-BW"/>
          </a:p>
        </p:txBody>
      </p:sp>
    </p:spTree>
    <p:extLst>
      <p:ext uri="{BB962C8B-B14F-4D97-AF65-F5344CB8AC3E}">
        <p14:creationId xmlns:p14="http://schemas.microsoft.com/office/powerpoint/2010/main" val="42680490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9FAE7D-D556-4059-9699-0D4C10290972}" type="slidenum">
              <a:rPr lang="en-BW" smtClean="0"/>
              <a:t>5</a:t>
            </a:fld>
            <a:endParaRPr lang="en-BW"/>
          </a:p>
        </p:txBody>
      </p:sp>
    </p:spTree>
    <p:extLst>
      <p:ext uri="{BB962C8B-B14F-4D97-AF65-F5344CB8AC3E}">
        <p14:creationId xmlns:p14="http://schemas.microsoft.com/office/powerpoint/2010/main" val="19348448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9FF9187E-FFA9-40B4-BCB1-100FF485DB19}" type="datetime8">
              <a:rPr lang="en-BW" smtClean="0"/>
              <a:t>05/20/2026 02:56</a:t>
            </a:fld>
            <a:endParaRPr lang="en-BW"/>
          </a:p>
        </p:txBody>
      </p:sp>
      <p:sp>
        <p:nvSpPr>
          <p:cNvPr id="5" name="Footer Placeholder 4"/>
          <p:cNvSpPr>
            <a:spLocks noGrp="1"/>
          </p:cNvSpPr>
          <p:nvPr>
            <p:ph type="ftr" sz="quarter" idx="11"/>
          </p:nvPr>
        </p:nvSpPr>
        <p:spPr/>
        <p:txBody>
          <a:bodyPr/>
          <a:lstStyle/>
          <a:p>
            <a:endParaRPr lang="en-BW"/>
          </a:p>
        </p:txBody>
      </p:sp>
      <p:sp>
        <p:nvSpPr>
          <p:cNvPr id="6" name="Slide Number Placeholder 5"/>
          <p:cNvSpPr>
            <a:spLocks noGrp="1"/>
          </p:cNvSpPr>
          <p:nvPr>
            <p:ph type="sldNum" sz="quarter" idx="12"/>
          </p:nvPr>
        </p:nvSpPr>
        <p:spPr/>
        <p:txBody>
          <a:bodyPr/>
          <a:lstStyle/>
          <a:p>
            <a:fld id="{21004690-02AB-4EF8-9513-CB283ECF7991}" type="slidenum">
              <a:rPr lang="en-BW" smtClean="0"/>
              <a:t>‹#›</a:t>
            </a:fld>
            <a:endParaRPr lang="en-BW"/>
          </a:p>
        </p:txBody>
      </p:sp>
    </p:spTree>
    <p:extLst>
      <p:ext uri="{BB962C8B-B14F-4D97-AF65-F5344CB8AC3E}">
        <p14:creationId xmlns:p14="http://schemas.microsoft.com/office/powerpoint/2010/main" val="3399913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C6AC79-5773-42C3-8913-2775B5654BDC}" type="datetime8">
              <a:rPr lang="en-BW" smtClean="0"/>
              <a:t>05/20/2026 02:56</a:t>
            </a:fld>
            <a:endParaRPr lang="en-BW"/>
          </a:p>
        </p:txBody>
      </p:sp>
      <p:sp>
        <p:nvSpPr>
          <p:cNvPr id="5" name="Footer Placeholder 4"/>
          <p:cNvSpPr>
            <a:spLocks noGrp="1"/>
          </p:cNvSpPr>
          <p:nvPr>
            <p:ph type="ftr" sz="quarter" idx="11"/>
          </p:nvPr>
        </p:nvSpPr>
        <p:spPr/>
        <p:txBody>
          <a:bodyPr/>
          <a:lstStyle/>
          <a:p>
            <a:endParaRPr lang="en-BW"/>
          </a:p>
        </p:txBody>
      </p:sp>
      <p:sp>
        <p:nvSpPr>
          <p:cNvPr id="6" name="Slide Number Placeholder 5"/>
          <p:cNvSpPr>
            <a:spLocks noGrp="1"/>
          </p:cNvSpPr>
          <p:nvPr>
            <p:ph type="sldNum" sz="quarter" idx="12"/>
          </p:nvPr>
        </p:nvSpPr>
        <p:spPr/>
        <p:txBody>
          <a:bodyPr/>
          <a:lstStyle/>
          <a:p>
            <a:fld id="{21004690-02AB-4EF8-9513-CB283ECF7991}" type="slidenum">
              <a:rPr lang="en-BW" smtClean="0"/>
              <a:t>‹#›</a:t>
            </a:fld>
            <a:endParaRPr lang="en-BW"/>
          </a:p>
        </p:txBody>
      </p:sp>
    </p:spTree>
    <p:extLst>
      <p:ext uri="{BB962C8B-B14F-4D97-AF65-F5344CB8AC3E}">
        <p14:creationId xmlns:p14="http://schemas.microsoft.com/office/powerpoint/2010/main" val="5215920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B294FD5-E321-45AF-98F4-34B4412A6B22}" type="datetime8">
              <a:rPr lang="en-BW" smtClean="0"/>
              <a:t>05/20/2026 02:56</a:t>
            </a:fld>
            <a:endParaRPr lang="en-BW"/>
          </a:p>
        </p:txBody>
      </p:sp>
      <p:sp>
        <p:nvSpPr>
          <p:cNvPr id="5" name="Footer Placeholder 4"/>
          <p:cNvSpPr>
            <a:spLocks noGrp="1"/>
          </p:cNvSpPr>
          <p:nvPr>
            <p:ph type="ftr" sz="quarter" idx="11"/>
          </p:nvPr>
        </p:nvSpPr>
        <p:spPr/>
        <p:txBody>
          <a:bodyPr/>
          <a:lstStyle/>
          <a:p>
            <a:endParaRPr lang="en-BW"/>
          </a:p>
        </p:txBody>
      </p:sp>
      <p:sp>
        <p:nvSpPr>
          <p:cNvPr id="6" name="Slide Number Placeholder 5"/>
          <p:cNvSpPr>
            <a:spLocks noGrp="1"/>
          </p:cNvSpPr>
          <p:nvPr>
            <p:ph type="sldNum" sz="quarter" idx="12"/>
          </p:nvPr>
        </p:nvSpPr>
        <p:spPr/>
        <p:txBody>
          <a:bodyPr/>
          <a:lstStyle/>
          <a:p>
            <a:fld id="{21004690-02AB-4EF8-9513-CB283ECF7991}" type="slidenum">
              <a:rPr lang="en-BW" smtClean="0"/>
              <a:t>‹#›</a:t>
            </a:fld>
            <a:endParaRPr lang="en-BW"/>
          </a:p>
        </p:txBody>
      </p:sp>
    </p:spTree>
    <p:extLst>
      <p:ext uri="{BB962C8B-B14F-4D97-AF65-F5344CB8AC3E}">
        <p14:creationId xmlns:p14="http://schemas.microsoft.com/office/powerpoint/2010/main" val="6367280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CB494EC-EE40-448D-B857-59DBAEDEBE40}" type="datetime8">
              <a:rPr lang="en-BW" smtClean="0"/>
              <a:t>05/20/2026 02:56</a:t>
            </a:fld>
            <a:endParaRPr lang="en-BW"/>
          </a:p>
        </p:txBody>
      </p:sp>
      <p:sp>
        <p:nvSpPr>
          <p:cNvPr id="6" name="Footer Placeholder 5"/>
          <p:cNvSpPr>
            <a:spLocks noGrp="1"/>
          </p:cNvSpPr>
          <p:nvPr>
            <p:ph type="ftr" sz="quarter" idx="11"/>
          </p:nvPr>
        </p:nvSpPr>
        <p:spPr/>
        <p:txBody>
          <a:bodyPr/>
          <a:lstStyle/>
          <a:p>
            <a:endParaRPr lang="en-BW"/>
          </a:p>
        </p:txBody>
      </p:sp>
      <p:sp>
        <p:nvSpPr>
          <p:cNvPr id="7" name="Slide Number Placeholder 6"/>
          <p:cNvSpPr>
            <a:spLocks noGrp="1"/>
          </p:cNvSpPr>
          <p:nvPr>
            <p:ph type="sldNum" sz="quarter" idx="12"/>
          </p:nvPr>
        </p:nvSpPr>
        <p:spPr/>
        <p:txBody>
          <a:bodyPr/>
          <a:lstStyle/>
          <a:p>
            <a:fld id="{21004690-02AB-4EF8-9513-CB283ECF7991}" type="slidenum">
              <a:rPr lang="en-BW" smtClean="0"/>
              <a:t>‹#›</a:t>
            </a:fld>
            <a:endParaRPr lang="en-BW"/>
          </a:p>
        </p:txBody>
      </p:sp>
    </p:spTree>
    <p:extLst>
      <p:ext uri="{BB962C8B-B14F-4D97-AF65-F5344CB8AC3E}">
        <p14:creationId xmlns:p14="http://schemas.microsoft.com/office/powerpoint/2010/main" val="24775816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694FD51-E875-4995-97B8-7EEFEB9FB353}" type="datetime8">
              <a:rPr lang="en-BW" smtClean="0"/>
              <a:t>05/20/2026 02:56</a:t>
            </a:fld>
            <a:endParaRPr lang="en-BW"/>
          </a:p>
        </p:txBody>
      </p:sp>
      <p:sp>
        <p:nvSpPr>
          <p:cNvPr id="8" name="Footer Placeholder 7"/>
          <p:cNvSpPr>
            <a:spLocks noGrp="1"/>
          </p:cNvSpPr>
          <p:nvPr>
            <p:ph type="ftr" sz="quarter" idx="11"/>
          </p:nvPr>
        </p:nvSpPr>
        <p:spPr/>
        <p:txBody>
          <a:bodyPr/>
          <a:lstStyle/>
          <a:p>
            <a:endParaRPr lang="en-BW"/>
          </a:p>
        </p:txBody>
      </p:sp>
      <p:sp>
        <p:nvSpPr>
          <p:cNvPr id="9" name="Slide Number Placeholder 8"/>
          <p:cNvSpPr>
            <a:spLocks noGrp="1"/>
          </p:cNvSpPr>
          <p:nvPr>
            <p:ph type="sldNum" sz="quarter" idx="12"/>
          </p:nvPr>
        </p:nvSpPr>
        <p:spPr/>
        <p:txBody>
          <a:bodyPr/>
          <a:lstStyle/>
          <a:p>
            <a:fld id="{21004690-02AB-4EF8-9513-CB283ECF7991}" type="slidenum">
              <a:rPr lang="en-BW" smtClean="0"/>
              <a:t>‹#›</a:t>
            </a:fld>
            <a:endParaRPr lang="en-BW"/>
          </a:p>
        </p:txBody>
      </p:sp>
    </p:spTree>
    <p:extLst>
      <p:ext uri="{BB962C8B-B14F-4D97-AF65-F5344CB8AC3E}">
        <p14:creationId xmlns:p14="http://schemas.microsoft.com/office/powerpoint/2010/main" val="20894486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44A7EDF-EB88-4E55-8427-2C7D95901739}" type="datetime8">
              <a:rPr lang="en-BW" smtClean="0"/>
              <a:t>05/20/2026 02:56</a:t>
            </a:fld>
            <a:endParaRPr lang="en-BW"/>
          </a:p>
        </p:txBody>
      </p:sp>
      <p:sp>
        <p:nvSpPr>
          <p:cNvPr id="4" name="Footer Placeholder 3"/>
          <p:cNvSpPr>
            <a:spLocks noGrp="1"/>
          </p:cNvSpPr>
          <p:nvPr>
            <p:ph type="ftr" sz="quarter" idx="11"/>
          </p:nvPr>
        </p:nvSpPr>
        <p:spPr/>
        <p:txBody>
          <a:bodyPr/>
          <a:lstStyle/>
          <a:p>
            <a:endParaRPr lang="en-BW"/>
          </a:p>
        </p:txBody>
      </p:sp>
      <p:sp>
        <p:nvSpPr>
          <p:cNvPr id="5" name="Slide Number Placeholder 4"/>
          <p:cNvSpPr>
            <a:spLocks noGrp="1"/>
          </p:cNvSpPr>
          <p:nvPr>
            <p:ph type="sldNum" sz="quarter" idx="12"/>
          </p:nvPr>
        </p:nvSpPr>
        <p:spPr/>
        <p:txBody>
          <a:bodyPr/>
          <a:lstStyle/>
          <a:p>
            <a:fld id="{21004690-02AB-4EF8-9513-CB283ECF7991}" type="slidenum">
              <a:rPr lang="en-BW" smtClean="0"/>
              <a:t>‹#›</a:t>
            </a:fld>
            <a:endParaRPr lang="en-BW"/>
          </a:p>
        </p:txBody>
      </p:sp>
    </p:spTree>
    <p:extLst>
      <p:ext uri="{BB962C8B-B14F-4D97-AF65-F5344CB8AC3E}">
        <p14:creationId xmlns:p14="http://schemas.microsoft.com/office/powerpoint/2010/main" val="10207922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E13B499-A31D-41BD-B6E4-69815B193A01}" type="datetime8">
              <a:rPr lang="en-BW" smtClean="0"/>
              <a:t>05/20/2026 02:56</a:t>
            </a:fld>
            <a:endParaRPr lang="en-BW"/>
          </a:p>
        </p:txBody>
      </p:sp>
      <p:sp>
        <p:nvSpPr>
          <p:cNvPr id="3" name="Footer Placeholder 2"/>
          <p:cNvSpPr>
            <a:spLocks noGrp="1"/>
          </p:cNvSpPr>
          <p:nvPr>
            <p:ph type="ftr" sz="quarter" idx="11"/>
          </p:nvPr>
        </p:nvSpPr>
        <p:spPr/>
        <p:txBody>
          <a:bodyPr/>
          <a:lstStyle/>
          <a:p>
            <a:endParaRPr lang="en-BW"/>
          </a:p>
        </p:txBody>
      </p:sp>
      <p:sp>
        <p:nvSpPr>
          <p:cNvPr id="4" name="Slide Number Placeholder 3"/>
          <p:cNvSpPr>
            <a:spLocks noGrp="1"/>
          </p:cNvSpPr>
          <p:nvPr>
            <p:ph type="sldNum" sz="quarter" idx="12"/>
          </p:nvPr>
        </p:nvSpPr>
        <p:spPr/>
        <p:txBody>
          <a:bodyPr/>
          <a:lstStyle/>
          <a:p>
            <a:fld id="{21004690-02AB-4EF8-9513-CB283ECF7991}" type="slidenum">
              <a:rPr lang="en-BW" smtClean="0"/>
              <a:t>‹#›</a:t>
            </a:fld>
            <a:endParaRPr lang="en-BW"/>
          </a:p>
        </p:txBody>
      </p:sp>
    </p:spTree>
    <p:extLst>
      <p:ext uri="{BB962C8B-B14F-4D97-AF65-F5344CB8AC3E}">
        <p14:creationId xmlns:p14="http://schemas.microsoft.com/office/powerpoint/2010/main" val="34696586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1D611A-B717-4F13-A163-42428EA6ACFD}" type="datetime8">
              <a:rPr lang="en-BW" smtClean="0"/>
              <a:t>05/20/2026 02:56</a:t>
            </a:fld>
            <a:endParaRPr lang="en-BW"/>
          </a:p>
        </p:txBody>
      </p:sp>
      <p:sp>
        <p:nvSpPr>
          <p:cNvPr id="6" name="Footer Placeholder 5"/>
          <p:cNvSpPr>
            <a:spLocks noGrp="1"/>
          </p:cNvSpPr>
          <p:nvPr>
            <p:ph type="ftr" sz="quarter" idx="11"/>
          </p:nvPr>
        </p:nvSpPr>
        <p:spPr/>
        <p:txBody>
          <a:bodyPr/>
          <a:lstStyle/>
          <a:p>
            <a:endParaRPr lang="en-BW"/>
          </a:p>
        </p:txBody>
      </p:sp>
      <p:sp>
        <p:nvSpPr>
          <p:cNvPr id="7" name="Slide Number Placeholder 6"/>
          <p:cNvSpPr>
            <a:spLocks noGrp="1"/>
          </p:cNvSpPr>
          <p:nvPr>
            <p:ph type="sldNum" sz="quarter" idx="12"/>
          </p:nvPr>
        </p:nvSpPr>
        <p:spPr/>
        <p:txBody>
          <a:bodyPr/>
          <a:lstStyle/>
          <a:p>
            <a:fld id="{21004690-02AB-4EF8-9513-CB283ECF7991}" type="slidenum">
              <a:rPr lang="en-BW" smtClean="0"/>
              <a:t>‹#›</a:t>
            </a:fld>
            <a:endParaRPr lang="en-BW"/>
          </a:p>
        </p:txBody>
      </p:sp>
    </p:spTree>
    <p:extLst>
      <p:ext uri="{BB962C8B-B14F-4D97-AF65-F5344CB8AC3E}">
        <p14:creationId xmlns:p14="http://schemas.microsoft.com/office/powerpoint/2010/main" val="41544181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3A46EF0-A025-4B05-B375-2F927B249A57}" type="datetime8">
              <a:rPr lang="en-BW" smtClean="0"/>
              <a:t>05/20/2026 02:56</a:t>
            </a:fld>
            <a:endParaRPr lang="en-BW"/>
          </a:p>
        </p:txBody>
      </p:sp>
      <p:sp>
        <p:nvSpPr>
          <p:cNvPr id="6" name="Footer Placeholder 5"/>
          <p:cNvSpPr>
            <a:spLocks noGrp="1"/>
          </p:cNvSpPr>
          <p:nvPr>
            <p:ph type="ftr" sz="quarter" idx="11"/>
          </p:nvPr>
        </p:nvSpPr>
        <p:spPr/>
        <p:txBody>
          <a:bodyPr/>
          <a:lstStyle/>
          <a:p>
            <a:endParaRPr lang="en-BW"/>
          </a:p>
        </p:txBody>
      </p:sp>
      <p:sp>
        <p:nvSpPr>
          <p:cNvPr id="7" name="Slide Number Placeholder 6"/>
          <p:cNvSpPr>
            <a:spLocks noGrp="1"/>
          </p:cNvSpPr>
          <p:nvPr>
            <p:ph type="sldNum" sz="quarter" idx="12"/>
          </p:nvPr>
        </p:nvSpPr>
        <p:spPr/>
        <p:txBody>
          <a:bodyPr/>
          <a:lstStyle/>
          <a:p>
            <a:fld id="{21004690-02AB-4EF8-9513-CB283ECF7991}" type="slidenum">
              <a:rPr lang="en-BW" smtClean="0"/>
              <a:t>‹#›</a:t>
            </a:fld>
            <a:endParaRPr lang="en-BW"/>
          </a:p>
        </p:txBody>
      </p:sp>
    </p:spTree>
    <p:extLst>
      <p:ext uri="{BB962C8B-B14F-4D97-AF65-F5344CB8AC3E}">
        <p14:creationId xmlns:p14="http://schemas.microsoft.com/office/powerpoint/2010/main" val="6826277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214886C-BD01-49B2-A8E1-27AB7E94EC54}" type="datetime8">
              <a:rPr lang="en-BW" smtClean="0"/>
              <a:t>05/20/2026 02:56</a:t>
            </a:fld>
            <a:endParaRPr lang="en-BW"/>
          </a:p>
        </p:txBody>
      </p:sp>
      <p:sp>
        <p:nvSpPr>
          <p:cNvPr id="5" name="Footer Placeholder 4"/>
          <p:cNvSpPr>
            <a:spLocks noGrp="1"/>
          </p:cNvSpPr>
          <p:nvPr>
            <p:ph type="ftr" sz="quarter" idx="11"/>
          </p:nvPr>
        </p:nvSpPr>
        <p:spPr/>
        <p:txBody>
          <a:bodyPr/>
          <a:lstStyle/>
          <a:p>
            <a:endParaRPr lang="en-BW"/>
          </a:p>
        </p:txBody>
      </p:sp>
      <p:sp>
        <p:nvSpPr>
          <p:cNvPr id="6" name="Slide Number Placeholder 5"/>
          <p:cNvSpPr>
            <a:spLocks noGrp="1"/>
          </p:cNvSpPr>
          <p:nvPr>
            <p:ph type="sldNum" sz="quarter" idx="12"/>
          </p:nvPr>
        </p:nvSpPr>
        <p:spPr/>
        <p:txBody>
          <a:bodyPr/>
          <a:lstStyle/>
          <a:p>
            <a:fld id="{21004690-02AB-4EF8-9513-CB283ECF7991}" type="slidenum">
              <a:rPr lang="en-BW" smtClean="0"/>
              <a:t>‹#›</a:t>
            </a:fld>
            <a:endParaRPr lang="en-BW"/>
          </a:p>
        </p:txBody>
      </p:sp>
    </p:spTree>
    <p:extLst>
      <p:ext uri="{BB962C8B-B14F-4D97-AF65-F5344CB8AC3E}">
        <p14:creationId xmlns:p14="http://schemas.microsoft.com/office/powerpoint/2010/main" val="16079459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98EBF9C-9856-4B73-9F9D-488FEB29050D}" type="datetime8">
              <a:rPr lang="en-BW" smtClean="0"/>
              <a:t>05/20/2026 02:56</a:t>
            </a:fld>
            <a:endParaRPr lang="en-BW"/>
          </a:p>
        </p:txBody>
      </p:sp>
      <p:sp>
        <p:nvSpPr>
          <p:cNvPr id="5" name="Footer Placeholder 4"/>
          <p:cNvSpPr>
            <a:spLocks noGrp="1"/>
          </p:cNvSpPr>
          <p:nvPr>
            <p:ph type="ftr" sz="quarter" idx="11"/>
          </p:nvPr>
        </p:nvSpPr>
        <p:spPr/>
        <p:txBody>
          <a:bodyPr/>
          <a:lstStyle/>
          <a:p>
            <a:endParaRPr lang="en-BW"/>
          </a:p>
        </p:txBody>
      </p:sp>
      <p:sp>
        <p:nvSpPr>
          <p:cNvPr id="6" name="Slide Number Placeholder 5"/>
          <p:cNvSpPr>
            <a:spLocks noGrp="1"/>
          </p:cNvSpPr>
          <p:nvPr>
            <p:ph type="sldNum" sz="quarter" idx="12"/>
          </p:nvPr>
        </p:nvSpPr>
        <p:spPr/>
        <p:txBody>
          <a:bodyPr/>
          <a:lstStyle/>
          <a:p>
            <a:fld id="{21004690-02AB-4EF8-9513-CB283ECF7991}" type="slidenum">
              <a:rPr lang="en-BW" smtClean="0"/>
              <a:t>‹#›</a:t>
            </a:fld>
            <a:endParaRPr lang="en-BW"/>
          </a:p>
        </p:txBody>
      </p:sp>
    </p:spTree>
    <p:extLst>
      <p:ext uri="{BB962C8B-B14F-4D97-AF65-F5344CB8AC3E}">
        <p14:creationId xmlns:p14="http://schemas.microsoft.com/office/powerpoint/2010/main" val="35155722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C18F4C-3B4F-475A-B134-0F78DE8B6A93}" type="datetime8">
              <a:rPr lang="en-BW" smtClean="0"/>
              <a:t>05/20/2026 02:56</a:t>
            </a:fld>
            <a:endParaRPr lang="en-BW"/>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BW"/>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1004690-02AB-4EF8-9513-CB283ECF7991}" type="slidenum">
              <a:rPr lang="en-BW" smtClean="0"/>
              <a:t>‹#›</a:t>
            </a:fld>
            <a:endParaRPr lang="en-BW"/>
          </a:p>
        </p:txBody>
      </p:sp>
    </p:spTree>
    <p:extLst>
      <p:ext uri="{BB962C8B-B14F-4D97-AF65-F5344CB8AC3E}">
        <p14:creationId xmlns:p14="http://schemas.microsoft.com/office/powerpoint/2010/main" val="1868156692"/>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emf"/><Relationship Id="rId1" Type="http://schemas.openxmlformats.org/officeDocument/2006/relationships/slideLayout" Target="../slideLayouts/slideLayout2.xml"/><Relationship Id="rId4" Type="http://schemas.openxmlformats.org/officeDocument/2006/relationships/image" Target="../media/image1.emf"/></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emf"/><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1.emf"/></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emf"/><Relationship Id="rId1" Type="http://schemas.openxmlformats.org/officeDocument/2006/relationships/slideLayout" Target="../slideLayouts/slideLayout2.xml"/><Relationship Id="rId4" Type="http://schemas.openxmlformats.org/officeDocument/2006/relationships/image" Target="../media/image1.emf"/></Relationships>
</file>

<file path=ppt/slides/_rels/slide5.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emf"/><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emf"/><Relationship Id="rId1" Type="http://schemas.openxmlformats.org/officeDocument/2006/relationships/slideLayout" Target="../slideLayouts/slideLayout2.xml"/><Relationship Id="rId4" Type="http://schemas.openxmlformats.org/officeDocument/2006/relationships/image" Target="../media/image1.emf"/></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emf"/><Relationship Id="rId1" Type="http://schemas.openxmlformats.org/officeDocument/2006/relationships/slideLayout" Target="../slideLayouts/slideLayout2.xml"/><Relationship Id="rId4" Type="http://schemas.openxmlformats.org/officeDocument/2006/relationships/image" Target="../media/image1.emf"/></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emf"/><Relationship Id="rId1" Type="http://schemas.openxmlformats.org/officeDocument/2006/relationships/slideLayout" Target="../slideLayouts/slideLayout2.xml"/><Relationship Id="rId4" Type="http://schemas.openxmlformats.org/officeDocument/2006/relationships/image" Target="../media/image1.emf"/></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emf"/><Relationship Id="rId1" Type="http://schemas.openxmlformats.org/officeDocument/2006/relationships/slideLayout" Target="../slideLayouts/slideLayout2.xml"/><Relationship Id="rId4" Type="http://schemas.openxmlformats.org/officeDocument/2006/relationships/image" Target="../media/image1.emf"/></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emf"/><Relationship Id="rId1" Type="http://schemas.openxmlformats.org/officeDocument/2006/relationships/slideLayout" Target="../slideLayouts/slideLayout2.xml"/><Relationship Id="rId4" Type="http://schemas.openxmlformats.org/officeDocument/2006/relationships/image" Target="../media/image1.emf"/></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emf"/><Relationship Id="rId1" Type="http://schemas.openxmlformats.org/officeDocument/2006/relationships/slideLayout" Target="../slideLayouts/slideLayout2.xml"/><Relationship Id="rId4" Type="http://schemas.openxmlformats.org/officeDocument/2006/relationships/image" Target="../media/image1.emf"/></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emf"/><Relationship Id="rId1" Type="http://schemas.openxmlformats.org/officeDocument/2006/relationships/slideLayout" Target="../slideLayouts/slideLayout2.xml"/><Relationship Id="rId4" Type="http://schemas.openxmlformats.org/officeDocument/2006/relationships/image" Target="../media/image1.emf"/></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emf"/><Relationship Id="rId1" Type="http://schemas.openxmlformats.org/officeDocument/2006/relationships/slideLayout" Target="../slideLayouts/slideLayout2.xml"/><Relationship Id="rId5" Type="http://schemas.openxmlformats.org/officeDocument/2006/relationships/chart" Target="../charts/chart1.xml"/><Relationship Id="rId4" Type="http://schemas.openxmlformats.org/officeDocument/2006/relationships/image" Target="../media/image1.emf"/></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emf"/><Relationship Id="rId1" Type="http://schemas.openxmlformats.org/officeDocument/2006/relationships/slideLayout" Target="../slideLayouts/slideLayout2.xml"/><Relationship Id="rId5" Type="http://schemas.openxmlformats.org/officeDocument/2006/relationships/hyperlink" Target="https://ops.fhwa.dot.gov/publications/fhwahop08024/chapter1.htm" TargetMode="External"/><Relationship Id="rId4" Type="http://schemas.openxmlformats.org/officeDocument/2006/relationships/image" Target="../media/image1.emf"/></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emf"/><Relationship Id="rId1" Type="http://schemas.openxmlformats.org/officeDocument/2006/relationships/slideLayout" Target="../slideLayouts/slideLayout2.xml"/><Relationship Id="rId4" Type="http://schemas.openxmlformats.org/officeDocument/2006/relationships/image" Target="../media/image1.emf"/></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2382EE1-E91E-4A2A-B9C3-CAAF9C673CF0}"/>
              </a:ext>
            </a:extLst>
          </p:cNvPr>
          <p:cNvSpPr txBox="1">
            <a:spLocks/>
          </p:cNvSpPr>
          <p:nvPr/>
        </p:nvSpPr>
        <p:spPr>
          <a:xfrm>
            <a:off x="27857" y="35807"/>
            <a:ext cx="632777" cy="819821"/>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a:solidFill>
                  <a:schemeClr val="bg1"/>
                </a:solidFill>
                <a:latin typeface="Trebuchet MS" pitchFamily="34" charset="0"/>
                <a:cs typeface="Trebuchet MS"/>
              </a:rPr>
              <a:t>1</a:t>
            </a:r>
          </a:p>
        </p:txBody>
      </p:sp>
      <p:sp>
        <p:nvSpPr>
          <p:cNvPr id="5" name="Title 1">
            <a:extLst>
              <a:ext uri="{FF2B5EF4-FFF2-40B4-BE49-F238E27FC236}">
                <a16:creationId xmlns:a16="http://schemas.microsoft.com/office/drawing/2014/main" id="{14310272-04F5-454A-8972-5C74287C0CF8}"/>
              </a:ext>
            </a:extLst>
          </p:cNvPr>
          <p:cNvSpPr txBox="1">
            <a:spLocks/>
          </p:cNvSpPr>
          <p:nvPr/>
        </p:nvSpPr>
        <p:spPr>
          <a:xfrm>
            <a:off x="914400" y="39461"/>
            <a:ext cx="8058150" cy="465364"/>
          </a:xfrm>
          <a:prstGeom prst="rect">
            <a:avLst/>
          </a:prstGeom>
          <a:solidFill>
            <a:srgbClr val="FB823F"/>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800" dirty="0">
                <a:solidFill>
                  <a:schemeClr val="bg1"/>
                </a:solidFill>
                <a:latin typeface="Tahoma" panose="020B0604030504040204" pitchFamily="34" charset="0"/>
                <a:ea typeface="Tahoma" panose="020B0604030504040204" pitchFamily="34" charset="0"/>
                <a:cs typeface="Tahoma" panose="020B0604030504040204" pitchFamily="34" charset="0"/>
              </a:rPr>
              <a:t>PROJECT PROPOSAL </a:t>
            </a:r>
          </a:p>
        </p:txBody>
      </p:sp>
      <p:pic>
        <p:nvPicPr>
          <p:cNvPr id="9" name="Picture 8">
            <a:extLst>
              <a:ext uri="{FF2B5EF4-FFF2-40B4-BE49-F238E27FC236}">
                <a16:creationId xmlns:a16="http://schemas.microsoft.com/office/drawing/2014/main" id="{253AEFA3-9403-4DDC-B77B-9C58A689BBA1}"/>
              </a:ext>
            </a:extLst>
          </p:cNvPr>
          <p:cNvPicPr>
            <a:picLocks noChangeAspect="1"/>
          </p:cNvPicPr>
          <p:nvPr/>
        </p:nvPicPr>
        <p:blipFill>
          <a:blip r:embed="rId3"/>
          <a:stretch>
            <a:fillRect/>
          </a:stretch>
        </p:blipFill>
        <p:spPr>
          <a:xfrm>
            <a:off x="0" y="6603109"/>
            <a:ext cx="9144000" cy="254891"/>
          </a:xfrm>
          <a:prstGeom prst="rect">
            <a:avLst/>
          </a:prstGeom>
        </p:spPr>
      </p:pic>
      <p:pic>
        <p:nvPicPr>
          <p:cNvPr id="10" name="Picture 9">
            <a:extLst>
              <a:ext uri="{FF2B5EF4-FFF2-40B4-BE49-F238E27FC236}">
                <a16:creationId xmlns:a16="http://schemas.microsoft.com/office/drawing/2014/main" id="{8F313493-882D-4291-9453-EC81D9BB9EE4}"/>
              </a:ext>
            </a:extLst>
          </p:cNvPr>
          <p:cNvPicPr>
            <a:picLocks noChangeAspect="1"/>
          </p:cNvPicPr>
          <p:nvPr/>
        </p:nvPicPr>
        <p:blipFill>
          <a:blip r:embed="rId4"/>
          <a:stretch>
            <a:fillRect/>
          </a:stretch>
        </p:blipFill>
        <p:spPr>
          <a:xfrm>
            <a:off x="4098367" y="6377285"/>
            <a:ext cx="1113605" cy="451648"/>
          </a:xfrm>
          <a:prstGeom prst="rect">
            <a:avLst/>
          </a:prstGeom>
        </p:spPr>
      </p:pic>
      <p:pic>
        <p:nvPicPr>
          <p:cNvPr id="7" name="Picture 6" descr="A logo with text and a clock&#10;&#10;AI-generated content may be incorrect.">
            <a:extLst>
              <a:ext uri="{FF2B5EF4-FFF2-40B4-BE49-F238E27FC236}">
                <a16:creationId xmlns:a16="http://schemas.microsoft.com/office/drawing/2014/main" id="{720CB2E7-EE0F-4826-AA64-F66EE325B9B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03021" y="557923"/>
            <a:ext cx="2537958" cy="1189943"/>
          </a:xfrm>
          <a:prstGeom prst="rect">
            <a:avLst/>
          </a:prstGeom>
        </p:spPr>
      </p:pic>
      <p:sp>
        <p:nvSpPr>
          <p:cNvPr id="15" name="Content Placeholder 2">
            <a:extLst>
              <a:ext uri="{FF2B5EF4-FFF2-40B4-BE49-F238E27FC236}">
                <a16:creationId xmlns:a16="http://schemas.microsoft.com/office/drawing/2014/main" id="{BF4CD33E-9FE2-0C3C-1AD9-3A43422C6F55}"/>
              </a:ext>
            </a:extLst>
          </p:cNvPr>
          <p:cNvSpPr>
            <a:spLocks noGrp="1"/>
          </p:cNvSpPr>
          <p:nvPr/>
        </p:nvSpPr>
        <p:spPr>
          <a:xfrm>
            <a:off x="114300" y="2013381"/>
            <a:ext cx="8915400" cy="4324213"/>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GB" dirty="0">
                <a:latin typeface="Times New Roman" panose="02020603050405020304" pitchFamily="18" charset="0"/>
                <a:cs typeface="Times New Roman" panose="02020603050405020304" pitchFamily="18" charset="0"/>
              </a:rPr>
              <a:t>SCHOOL OF ELECTRICAL AND MECHANICAL</a:t>
            </a:r>
          </a:p>
          <a:p>
            <a:pPr marL="0" indent="0" algn="ctr">
              <a:buNone/>
            </a:pPr>
            <a:r>
              <a:rPr lang="en-GB" sz="2200" dirty="0">
                <a:latin typeface="Times New Roman" panose="02020603050405020304" pitchFamily="18" charset="0"/>
                <a:cs typeface="Times New Roman" panose="02020603050405020304" pitchFamily="18" charset="0"/>
              </a:rPr>
              <a:t>DEPARTMENT OF ELECTRICAL,COMPUTER AND TELECOMMUNICATIONS</a:t>
            </a:r>
          </a:p>
          <a:p>
            <a:pPr marL="0" indent="0" algn="ctr">
              <a:buNone/>
            </a:pPr>
            <a:endParaRPr lang="en-GB" sz="2400" dirty="0">
              <a:latin typeface="Times New Roman" panose="02020603050405020304" pitchFamily="18" charset="0"/>
              <a:cs typeface="Times New Roman" panose="02020603050405020304" pitchFamily="18" charset="0"/>
            </a:endParaRPr>
          </a:p>
          <a:p>
            <a:pPr marL="0" indent="0" algn="ctr">
              <a:buNone/>
            </a:pPr>
            <a:r>
              <a:rPr lang="en-GB" sz="2400" b="1" dirty="0">
                <a:latin typeface="Times New Roman" panose="02020603050405020304" pitchFamily="18" charset="0"/>
                <a:cs typeface="Times New Roman" panose="02020603050405020304" pitchFamily="18" charset="0"/>
              </a:rPr>
              <a:t>OPTIMZATION OF TRAFFIC LIGHT CONTROL SYSTEMS IN URBAN INTERSECTIONS: PALAPYE</a:t>
            </a:r>
          </a:p>
          <a:p>
            <a:pPr marL="0" indent="0" algn="ctr">
              <a:buNone/>
            </a:pPr>
            <a:endParaRPr lang="en-GB" sz="2400" dirty="0">
              <a:latin typeface="Times New Roman" panose="02020603050405020304" pitchFamily="18" charset="0"/>
              <a:cs typeface="Times New Roman" panose="02020603050405020304" pitchFamily="18" charset="0"/>
            </a:endParaRPr>
          </a:p>
          <a:p>
            <a:pPr marL="0" indent="0" algn="ctr">
              <a:buNone/>
            </a:pPr>
            <a:r>
              <a:rPr lang="en-GB" sz="2400" dirty="0">
                <a:latin typeface="Times New Roman" panose="02020603050405020304" pitchFamily="18" charset="0"/>
                <a:cs typeface="Times New Roman" panose="02020603050405020304" pitchFamily="18" charset="0"/>
              </a:rPr>
              <a:t>EEEN 510 Final Year Project</a:t>
            </a:r>
          </a:p>
          <a:p>
            <a:pPr marL="0" indent="0" algn="just">
              <a:buNone/>
            </a:pPr>
            <a:r>
              <a:rPr lang="en-GB" sz="2400" dirty="0">
                <a:latin typeface="Times New Roman" panose="02020603050405020304" pitchFamily="18" charset="0"/>
                <a:cs typeface="Times New Roman" panose="02020603050405020304" pitchFamily="18" charset="0"/>
              </a:rPr>
              <a:t>TSOTLHE NAYANG SEIPHEPI</a:t>
            </a:r>
          </a:p>
          <a:p>
            <a:pPr marL="0" indent="0" algn="just">
              <a:buNone/>
            </a:pPr>
            <a:r>
              <a:rPr lang="en-GB" sz="2400" dirty="0">
                <a:latin typeface="Times New Roman" panose="02020603050405020304" pitchFamily="18" charset="0"/>
                <a:cs typeface="Times New Roman" panose="02020603050405020304" pitchFamily="18" charset="0"/>
              </a:rPr>
              <a:t>21001137</a:t>
            </a:r>
          </a:p>
          <a:p>
            <a:pPr marL="0" indent="0" algn="just">
              <a:buNone/>
            </a:pPr>
            <a:r>
              <a:rPr lang="en-GB" sz="2400" dirty="0">
                <a:latin typeface="Times New Roman" panose="02020603050405020304" pitchFamily="18" charset="0"/>
                <a:cs typeface="Times New Roman" panose="02020603050405020304" pitchFamily="18" charset="0"/>
              </a:rPr>
              <a:t>Supervisor: Dr Bokamoso </a:t>
            </a:r>
            <a:r>
              <a:rPr lang="en-GB" sz="2400" dirty="0" err="1">
                <a:latin typeface="Times New Roman" panose="02020603050405020304" pitchFamily="18" charset="0"/>
                <a:cs typeface="Times New Roman" panose="02020603050405020304" pitchFamily="18" charset="0"/>
              </a:rPr>
              <a:t>Basutli</a:t>
            </a:r>
            <a:endParaRPr lang="en-GB" sz="2400" dirty="0">
              <a:latin typeface="Times New Roman" panose="02020603050405020304" pitchFamily="18" charset="0"/>
              <a:cs typeface="Times New Roman" panose="02020603050405020304" pitchFamily="18" charset="0"/>
            </a:endParaRPr>
          </a:p>
          <a:p>
            <a:pPr marL="0" indent="0" algn="just">
              <a:buNone/>
            </a:pPr>
            <a:r>
              <a:rPr lang="en-GB" sz="2400" dirty="0">
                <a:latin typeface="Times New Roman" panose="02020603050405020304" pitchFamily="18" charset="0"/>
                <a:cs typeface="Times New Roman" panose="02020603050405020304" pitchFamily="18" charset="0"/>
              </a:rPr>
              <a:t>Date: 22/05/26      </a:t>
            </a:r>
          </a:p>
        </p:txBody>
      </p:sp>
    </p:spTree>
    <p:extLst>
      <p:ext uri="{BB962C8B-B14F-4D97-AF65-F5344CB8AC3E}">
        <p14:creationId xmlns:p14="http://schemas.microsoft.com/office/powerpoint/2010/main" val="1579680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43BC9-0A36-D103-DFD4-306B57571092}"/>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26B2C97-FB7C-79E1-420B-896F537AB6E1}"/>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dirty="0">
                <a:solidFill>
                  <a:schemeClr val="bg1"/>
                </a:solidFill>
                <a:latin typeface="Trebuchet MS" pitchFamily="34" charset="0"/>
                <a:cs typeface="Trebuchet MS"/>
              </a:rPr>
              <a:t>3</a:t>
            </a:r>
          </a:p>
        </p:txBody>
      </p:sp>
      <p:sp>
        <p:nvSpPr>
          <p:cNvPr id="5" name="Title 1">
            <a:extLst>
              <a:ext uri="{FF2B5EF4-FFF2-40B4-BE49-F238E27FC236}">
                <a16:creationId xmlns:a16="http://schemas.microsoft.com/office/drawing/2014/main" id="{28D268CF-EE2B-BFAD-1990-E839782D14C1}"/>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dirty="0">
                <a:solidFill>
                  <a:prstClr val="white"/>
                </a:solidFill>
                <a:latin typeface="Times New Roman" panose="02020603050405020304" pitchFamily="18" charset="0"/>
                <a:ea typeface="Tahoma" panose="020B0604030504040204" pitchFamily="34" charset="0"/>
                <a:cs typeface="Times New Roman" panose="02020603050405020304" pitchFamily="18" charset="0"/>
              </a:rPr>
              <a:t>OUTLINE</a:t>
            </a:r>
          </a:p>
        </p:txBody>
      </p:sp>
      <p:pic>
        <p:nvPicPr>
          <p:cNvPr id="6" name="Content Placeholder 4">
            <a:extLst>
              <a:ext uri="{FF2B5EF4-FFF2-40B4-BE49-F238E27FC236}">
                <a16:creationId xmlns:a16="http://schemas.microsoft.com/office/drawing/2014/main" id="{A98033F3-9D23-2E4B-5173-10B144B3F820}"/>
              </a:ext>
            </a:extLst>
          </p:cNvPr>
          <p:cNvPicPr>
            <a:picLocks noGrp="1" noChangeAspect="1"/>
          </p:cNvPicPr>
          <p:nvPr>
            <p:ph idx="1"/>
          </p:nvPr>
        </p:nvPicPr>
        <p:blipFill>
          <a:blip r:embed="rId2"/>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9FE04023-D31B-790E-00C7-F44B62D856DD}"/>
              </a:ext>
            </a:extLst>
          </p:cNvPr>
          <p:cNvSpPr>
            <a:spLocks noGrp="1"/>
          </p:cNvSpPr>
          <p:nvPr>
            <p:ph type="sldNum" sz="quarter" idx="12"/>
          </p:nvPr>
        </p:nvSpPr>
        <p:spPr/>
        <p:txBody>
          <a:bodyPr/>
          <a:lstStyle/>
          <a:p>
            <a:fld id="{21004690-02AB-4EF8-9513-CB283ECF7991}" type="slidenum">
              <a:rPr lang="en-BW" smtClean="0"/>
              <a:t>2</a:t>
            </a:fld>
            <a:endParaRPr lang="en-BW"/>
          </a:p>
        </p:txBody>
      </p:sp>
      <p:pic>
        <p:nvPicPr>
          <p:cNvPr id="9" name="Picture 8">
            <a:extLst>
              <a:ext uri="{FF2B5EF4-FFF2-40B4-BE49-F238E27FC236}">
                <a16:creationId xmlns:a16="http://schemas.microsoft.com/office/drawing/2014/main" id="{AE7B97A8-40E2-366C-963C-E078DED597C8}"/>
              </a:ext>
            </a:extLst>
          </p:cNvPr>
          <p:cNvPicPr>
            <a:picLocks noChangeAspect="1"/>
          </p:cNvPicPr>
          <p:nvPr/>
        </p:nvPicPr>
        <p:blipFill>
          <a:blip r:embed="rId3"/>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FC9F311F-2556-2CCF-E041-21C75B441D44}"/>
              </a:ext>
            </a:extLst>
          </p:cNvPr>
          <p:cNvPicPr>
            <a:picLocks noChangeAspect="1"/>
          </p:cNvPicPr>
          <p:nvPr/>
        </p:nvPicPr>
        <p:blipFill>
          <a:blip r:embed="rId4"/>
          <a:stretch>
            <a:fillRect/>
          </a:stretch>
        </p:blipFill>
        <p:spPr>
          <a:xfrm>
            <a:off x="0" y="6610277"/>
            <a:ext cx="9144000" cy="254891"/>
          </a:xfrm>
          <a:prstGeom prst="rect">
            <a:avLst/>
          </a:prstGeom>
        </p:spPr>
      </p:pic>
      <p:sp>
        <p:nvSpPr>
          <p:cNvPr id="7" name="TextBox 6">
            <a:extLst>
              <a:ext uri="{FF2B5EF4-FFF2-40B4-BE49-F238E27FC236}">
                <a16:creationId xmlns:a16="http://schemas.microsoft.com/office/drawing/2014/main" id="{43D21A0A-29EE-FFA8-3B33-06CC5056E226}"/>
              </a:ext>
            </a:extLst>
          </p:cNvPr>
          <p:cNvSpPr txBox="1"/>
          <p:nvPr/>
        </p:nvSpPr>
        <p:spPr>
          <a:xfrm>
            <a:off x="947970" y="1768388"/>
            <a:ext cx="5846022" cy="2241960"/>
          </a:xfrm>
          <a:prstGeom prst="rect">
            <a:avLst/>
          </a:prstGeom>
          <a:noFill/>
        </p:spPr>
        <p:txBody>
          <a:bodyPr wrap="square">
            <a:spAutoFit/>
          </a:bodyPr>
          <a:lstStyle/>
          <a:p>
            <a:pPr marL="342900" indent="-34290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INTRODUCTION</a:t>
            </a:r>
          </a:p>
          <a:p>
            <a:pPr marL="342900" indent="-34290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PROBLEM DEFINITION</a:t>
            </a:r>
          </a:p>
          <a:p>
            <a:pPr marL="342900" indent="-34290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PROJECT OBJECTIVES</a:t>
            </a:r>
          </a:p>
          <a:p>
            <a:pPr marL="342900" indent="-342900">
              <a:lnSpc>
                <a:spcPct val="150000"/>
              </a:lnSpc>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METHODOLOGY</a:t>
            </a:r>
          </a:p>
        </p:txBody>
      </p:sp>
    </p:spTree>
    <p:extLst>
      <p:ext uri="{BB962C8B-B14F-4D97-AF65-F5344CB8AC3E}">
        <p14:creationId xmlns:p14="http://schemas.microsoft.com/office/powerpoint/2010/main" val="23298889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1F6A6E-0C6F-0024-A124-1FC9FCB5CFA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6662A58-ADB5-E5A2-F771-FD6344285B4A}"/>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dirty="0">
                <a:solidFill>
                  <a:schemeClr val="bg1"/>
                </a:solidFill>
                <a:latin typeface="Trebuchet MS" pitchFamily="34" charset="0"/>
                <a:cs typeface="Trebuchet MS"/>
              </a:rPr>
              <a:t>4</a:t>
            </a:r>
          </a:p>
        </p:txBody>
      </p:sp>
      <p:sp>
        <p:nvSpPr>
          <p:cNvPr id="5" name="Title 1">
            <a:extLst>
              <a:ext uri="{FF2B5EF4-FFF2-40B4-BE49-F238E27FC236}">
                <a16:creationId xmlns:a16="http://schemas.microsoft.com/office/drawing/2014/main" id="{8846F30D-A409-20CA-256D-C12469DF4F1D}"/>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dirty="0">
                <a:solidFill>
                  <a:prstClr val="white"/>
                </a:solidFill>
                <a:latin typeface="Times New Roman" panose="02020603050405020304" pitchFamily="18" charset="0"/>
                <a:ea typeface="Tahoma" panose="020B0604030504040204" pitchFamily="34" charset="0"/>
                <a:cs typeface="Times New Roman" panose="02020603050405020304" pitchFamily="18" charset="0"/>
              </a:rPr>
              <a:t>INTRODUCTION</a:t>
            </a:r>
          </a:p>
        </p:txBody>
      </p:sp>
      <p:pic>
        <p:nvPicPr>
          <p:cNvPr id="6" name="Content Placeholder 4">
            <a:extLst>
              <a:ext uri="{FF2B5EF4-FFF2-40B4-BE49-F238E27FC236}">
                <a16:creationId xmlns:a16="http://schemas.microsoft.com/office/drawing/2014/main" id="{E3045083-640D-0D13-3939-3F10DFF029E8}"/>
              </a:ext>
            </a:extLst>
          </p:cNvPr>
          <p:cNvPicPr>
            <a:picLocks noGrp="1" noChangeAspect="1"/>
          </p:cNvPicPr>
          <p:nvPr>
            <p:ph idx="1"/>
          </p:nvPr>
        </p:nvPicPr>
        <p:blipFill>
          <a:blip r:embed="rId2"/>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6FBE00D5-8113-E107-59DB-F8DCB603F153}"/>
              </a:ext>
            </a:extLst>
          </p:cNvPr>
          <p:cNvSpPr>
            <a:spLocks noGrp="1"/>
          </p:cNvSpPr>
          <p:nvPr>
            <p:ph type="sldNum" sz="quarter" idx="12"/>
          </p:nvPr>
        </p:nvSpPr>
        <p:spPr/>
        <p:txBody>
          <a:bodyPr/>
          <a:lstStyle/>
          <a:p>
            <a:fld id="{21004690-02AB-4EF8-9513-CB283ECF7991}" type="slidenum">
              <a:rPr lang="en-BW" smtClean="0"/>
              <a:t>3</a:t>
            </a:fld>
            <a:endParaRPr lang="en-BW"/>
          </a:p>
        </p:txBody>
      </p:sp>
      <p:pic>
        <p:nvPicPr>
          <p:cNvPr id="9" name="Picture 8">
            <a:extLst>
              <a:ext uri="{FF2B5EF4-FFF2-40B4-BE49-F238E27FC236}">
                <a16:creationId xmlns:a16="http://schemas.microsoft.com/office/drawing/2014/main" id="{0D9DAD64-B5B8-7ADD-4491-DA98CD207295}"/>
              </a:ext>
            </a:extLst>
          </p:cNvPr>
          <p:cNvPicPr>
            <a:picLocks noChangeAspect="1"/>
          </p:cNvPicPr>
          <p:nvPr/>
        </p:nvPicPr>
        <p:blipFill>
          <a:blip r:embed="rId3"/>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B818614D-4DD2-0F41-373C-F8C671A35623}"/>
              </a:ext>
            </a:extLst>
          </p:cNvPr>
          <p:cNvPicPr>
            <a:picLocks noChangeAspect="1"/>
          </p:cNvPicPr>
          <p:nvPr/>
        </p:nvPicPr>
        <p:blipFill>
          <a:blip r:embed="rId4"/>
          <a:stretch>
            <a:fillRect/>
          </a:stretch>
        </p:blipFill>
        <p:spPr>
          <a:xfrm>
            <a:off x="0" y="6610277"/>
            <a:ext cx="9144000" cy="254891"/>
          </a:xfrm>
          <a:prstGeom prst="rect">
            <a:avLst/>
          </a:prstGeom>
        </p:spPr>
      </p:pic>
      <p:sp>
        <p:nvSpPr>
          <p:cNvPr id="15" name="TextBox 14">
            <a:extLst>
              <a:ext uri="{FF2B5EF4-FFF2-40B4-BE49-F238E27FC236}">
                <a16:creationId xmlns:a16="http://schemas.microsoft.com/office/drawing/2014/main" id="{D799878B-F1A4-14A1-9C93-7B04E4CD9536}"/>
              </a:ext>
            </a:extLst>
          </p:cNvPr>
          <p:cNvSpPr txBox="1"/>
          <p:nvPr/>
        </p:nvSpPr>
        <p:spPr>
          <a:xfrm>
            <a:off x="947970" y="1426671"/>
            <a:ext cx="7811982" cy="4585871"/>
          </a:xfrm>
          <a:prstGeom prst="rect">
            <a:avLst/>
          </a:prstGeom>
          <a:noFill/>
        </p:spPr>
        <p:txBody>
          <a:bodyPr wrap="square">
            <a:spAutoFit/>
          </a:bodyPr>
          <a:lstStyle/>
          <a:p>
            <a:pPr marL="285750" indent="-285750" algn="just">
              <a:buFont typeface="Arial" panose="020B0604020202020204" pitchFamily="34" charset="0"/>
              <a:buChar char="•"/>
            </a:pPr>
            <a:r>
              <a:rPr lang="en-GB" sz="1400" dirty="0">
                <a:latin typeface="Times New Roman" panose="02020603050405020304" pitchFamily="18" charset="0"/>
                <a:cs typeface="Times New Roman" panose="02020603050405020304" pitchFamily="18" charset="0"/>
              </a:rPr>
              <a:t>Urban traffic congestion and road safety remain significant challenges worldwide. Traditional traffic control systems, from manual operation to early automated actuator-based systems, struggled to efficiently manage increasing vehicle volumes due to limitations like human error, rigid timing, and limited coordination.</a:t>
            </a:r>
          </a:p>
          <a:p>
            <a:pPr algn="just"/>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a:p>
            <a:pPr algn="ctr"/>
            <a:r>
              <a:rPr lang="en-US" sz="1400" dirty="0">
                <a:latin typeface="Times New Roman" panose="02020603050405020304" pitchFamily="18" charset="0"/>
                <a:cs typeface="Times New Roman" panose="02020603050405020304" pitchFamily="18" charset="0"/>
              </a:rPr>
              <a:t>Figure 1.0 : Traffic congestion in Botswana</a:t>
            </a:r>
          </a:p>
          <a:p>
            <a:pPr algn="just"/>
            <a:endParaRPr lang="en-US" dirty="0">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GB" sz="1400" dirty="0">
                <a:latin typeface="Times New Roman" panose="02020603050405020304" pitchFamily="18" charset="0"/>
                <a:cs typeface="Times New Roman" panose="02020603050405020304" pitchFamily="18" charset="0"/>
              </a:rPr>
              <a:t>Modern traffic management increasingly relies on adaptive and coordinated control systems that use real-time traffic data, sensors, and computational techniques to optimize signal timings. Optimization methods, including evolutionary algorithms and predictive control strategies, have shown promise in improving traffic flow, reducing congestion, and enhancing urban mobility.</a:t>
            </a:r>
            <a:endParaRPr lang="en-US" sz="1400"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8301D033-897C-AE20-7AC0-66F76DB814A0}"/>
              </a:ext>
            </a:extLst>
          </p:cNvPr>
          <p:cNvPicPr>
            <a:picLocks noChangeAspect="1"/>
          </p:cNvPicPr>
          <p:nvPr/>
        </p:nvPicPr>
        <p:blipFill>
          <a:blip r:embed="rId5"/>
          <a:stretch>
            <a:fillRect/>
          </a:stretch>
        </p:blipFill>
        <p:spPr>
          <a:xfrm>
            <a:off x="3384729" y="2473337"/>
            <a:ext cx="2938463" cy="1911325"/>
          </a:xfrm>
          <a:prstGeom prst="rect">
            <a:avLst/>
          </a:prstGeom>
          <a:effectLst>
            <a:outerShdw blurRad="50800" dist="38100" dir="8100000" algn="tr" rotWithShape="0">
              <a:prstClr val="black">
                <a:alpha val="40000"/>
              </a:prstClr>
            </a:outerShdw>
          </a:effectLst>
        </p:spPr>
      </p:pic>
    </p:spTree>
    <p:extLst>
      <p:ext uri="{BB962C8B-B14F-4D97-AF65-F5344CB8AC3E}">
        <p14:creationId xmlns:p14="http://schemas.microsoft.com/office/powerpoint/2010/main" val="33843370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D1A92-EEE5-F836-A68D-3387E53211F0}"/>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44A0232-3110-D0D9-84CE-7CFB69627515}"/>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dirty="0">
                <a:solidFill>
                  <a:schemeClr val="bg1"/>
                </a:solidFill>
                <a:latin typeface="Trebuchet MS" pitchFamily="34" charset="0"/>
                <a:cs typeface="Trebuchet MS"/>
              </a:rPr>
              <a:t>4</a:t>
            </a:r>
          </a:p>
        </p:txBody>
      </p:sp>
      <p:sp>
        <p:nvSpPr>
          <p:cNvPr id="5" name="Title 1">
            <a:extLst>
              <a:ext uri="{FF2B5EF4-FFF2-40B4-BE49-F238E27FC236}">
                <a16:creationId xmlns:a16="http://schemas.microsoft.com/office/drawing/2014/main" id="{E49FE3B5-2794-F07F-BC71-661397F13023}"/>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dirty="0">
                <a:solidFill>
                  <a:prstClr val="white"/>
                </a:solidFill>
                <a:latin typeface="Times New Roman" panose="02020603050405020304" pitchFamily="18" charset="0"/>
                <a:ea typeface="Tahoma" panose="020B0604030504040204" pitchFamily="34" charset="0"/>
                <a:cs typeface="Times New Roman" panose="02020603050405020304" pitchFamily="18" charset="0"/>
              </a:rPr>
              <a:t>INTRODUCTION</a:t>
            </a:r>
          </a:p>
        </p:txBody>
      </p:sp>
      <p:pic>
        <p:nvPicPr>
          <p:cNvPr id="6" name="Content Placeholder 4">
            <a:extLst>
              <a:ext uri="{FF2B5EF4-FFF2-40B4-BE49-F238E27FC236}">
                <a16:creationId xmlns:a16="http://schemas.microsoft.com/office/drawing/2014/main" id="{57F40E70-F410-25A6-B669-42A66818CA67}"/>
              </a:ext>
            </a:extLst>
          </p:cNvPr>
          <p:cNvPicPr>
            <a:picLocks noGrp="1" noChangeAspect="1"/>
          </p:cNvPicPr>
          <p:nvPr>
            <p:ph idx="1"/>
          </p:nvPr>
        </p:nvPicPr>
        <p:blipFill>
          <a:blip r:embed="rId2"/>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638FA720-FEB0-70DC-EEF5-A6BF2B1C4E31}"/>
              </a:ext>
            </a:extLst>
          </p:cNvPr>
          <p:cNvSpPr>
            <a:spLocks noGrp="1"/>
          </p:cNvSpPr>
          <p:nvPr>
            <p:ph type="sldNum" sz="quarter" idx="12"/>
          </p:nvPr>
        </p:nvSpPr>
        <p:spPr/>
        <p:txBody>
          <a:bodyPr/>
          <a:lstStyle/>
          <a:p>
            <a:fld id="{21004690-02AB-4EF8-9513-CB283ECF7991}" type="slidenum">
              <a:rPr lang="en-BW" smtClean="0"/>
              <a:t>4</a:t>
            </a:fld>
            <a:endParaRPr lang="en-BW"/>
          </a:p>
        </p:txBody>
      </p:sp>
      <p:pic>
        <p:nvPicPr>
          <p:cNvPr id="9" name="Picture 8">
            <a:extLst>
              <a:ext uri="{FF2B5EF4-FFF2-40B4-BE49-F238E27FC236}">
                <a16:creationId xmlns:a16="http://schemas.microsoft.com/office/drawing/2014/main" id="{A9264A18-174B-2B78-D686-6B9E5E487553}"/>
              </a:ext>
            </a:extLst>
          </p:cNvPr>
          <p:cNvPicPr>
            <a:picLocks noChangeAspect="1"/>
          </p:cNvPicPr>
          <p:nvPr/>
        </p:nvPicPr>
        <p:blipFill>
          <a:blip r:embed="rId3"/>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45D6A1B0-5361-6E5D-01D3-992F81F3C85D}"/>
              </a:ext>
            </a:extLst>
          </p:cNvPr>
          <p:cNvPicPr>
            <a:picLocks noChangeAspect="1"/>
          </p:cNvPicPr>
          <p:nvPr/>
        </p:nvPicPr>
        <p:blipFill>
          <a:blip r:embed="rId4"/>
          <a:stretch>
            <a:fillRect/>
          </a:stretch>
        </p:blipFill>
        <p:spPr>
          <a:xfrm>
            <a:off x="0" y="6610277"/>
            <a:ext cx="9144000" cy="254891"/>
          </a:xfrm>
          <a:prstGeom prst="rect">
            <a:avLst/>
          </a:prstGeom>
        </p:spPr>
      </p:pic>
      <p:sp>
        <p:nvSpPr>
          <p:cNvPr id="15" name="TextBox 14">
            <a:extLst>
              <a:ext uri="{FF2B5EF4-FFF2-40B4-BE49-F238E27FC236}">
                <a16:creationId xmlns:a16="http://schemas.microsoft.com/office/drawing/2014/main" id="{50F5E209-CC5F-4DF1-98D0-1E138640EFBE}"/>
              </a:ext>
            </a:extLst>
          </p:cNvPr>
          <p:cNvSpPr txBox="1"/>
          <p:nvPr/>
        </p:nvSpPr>
        <p:spPr>
          <a:xfrm>
            <a:off x="947970" y="1426671"/>
            <a:ext cx="7811982" cy="3416320"/>
          </a:xfrm>
          <a:prstGeom prst="rect">
            <a:avLst/>
          </a:prstGeom>
          <a:noFill/>
        </p:spPr>
        <p:txBody>
          <a:bodyPr wrap="square">
            <a:spAutoFit/>
          </a:bodyPr>
          <a:lstStyle/>
          <a:p>
            <a:pPr marL="285750" indent="-285750" algn="just">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Palapye, a fast-growing town and a key transit hub linking major cities has experienced a rapid increase in traffic volume , due to commercial expansion, population growth and its strategic location along the A1 highway. The towns existing light control system relies of static, pre-timed cycles that cannot adapt to fluctuating traffic conditions, especially during peak hours and holidays. This situation has led to frequent congestion at major intersections causing economic and safety concerns for commuters.</a:t>
            </a:r>
          </a:p>
          <a:p>
            <a:pPr algn="just"/>
            <a:endParaRPr lang="en-US" dirty="0">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This research aims to explore and develop an optimization-based traffic signal control approach tailored for Palapye’s unique traffic dynamics. The goal is to enhance traffic efficiency and safety while leveraging modern algorithms that can adapt to real-time, dynamic urban traffic conditions.</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664599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818BE-618F-83F6-D342-C2C13332A2C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A645C70-851C-4BF1-C29D-3E690DF93857}"/>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dirty="0">
                <a:solidFill>
                  <a:schemeClr val="bg1"/>
                </a:solidFill>
                <a:latin typeface="Trebuchet MS" pitchFamily="34" charset="0"/>
                <a:cs typeface="Trebuchet MS"/>
              </a:rPr>
              <a:t>5</a:t>
            </a:r>
          </a:p>
        </p:txBody>
      </p:sp>
      <p:sp>
        <p:nvSpPr>
          <p:cNvPr id="5" name="Title 1">
            <a:extLst>
              <a:ext uri="{FF2B5EF4-FFF2-40B4-BE49-F238E27FC236}">
                <a16:creationId xmlns:a16="http://schemas.microsoft.com/office/drawing/2014/main" id="{F02C089E-5C0E-4ADA-7E49-AAEFD5D5B21F}"/>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dirty="0">
                <a:solidFill>
                  <a:prstClr val="white"/>
                </a:solidFill>
                <a:latin typeface="Times New Roman"/>
                <a:ea typeface="Tahoma"/>
                <a:cs typeface="Times New Roman"/>
              </a:rPr>
              <a:t>LITERATURE REVIEW</a:t>
            </a:r>
            <a:endParaRPr lang="en-US" sz="2100" dirty="0">
              <a:solidFill>
                <a:prstClr val="white"/>
              </a:solidFill>
              <a:latin typeface="Times New Roman" panose="02020603050405020304" pitchFamily="18" charset="0"/>
              <a:ea typeface="Tahoma" panose="020B0604030504040204" pitchFamily="34" charset="0"/>
              <a:cs typeface="Times New Roman" panose="02020603050405020304" pitchFamily="18" charset="0"/>
            </a:endParaRPr>
          </a:p>
        </p:txBody>
      </p:sp>
      <p:pic>
        <p:nvPicPr>
          <p:cNvPr id="6" name="Content Placeholder 4">
            <a:extLst>
              <a:ext uri="{FF2B5EF4-FFF2-40B4-BE49-F238E27FC236}">
                <a16:creationId xmlns:a16="http://schemas.microsoft.com/office/drawing/2014/main" id="{6A2918F7-8E43-0FAD-F6D3-8BBC93E4ED44}"/>
              </a:ext>
            </a:extLst>
          </p:cNvPr>
          <p:cNvPicPr>
            <a:picLocks noGrp="1" noChangeAspect="1"/>
          </p:cNvPicPr>
          <p:nvPr>
            <p:ph idx="1"/>
          </p:nvPr>
        </p:nvPicPr>
        <p:blipFill>
          <a:blip r:embed="rId3"/>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57C7C480-BF77-4C10-6D10-96BD1D8F44B9}"/>
              </a:ext>
            </a:extLst>
          </p:cNvPr>
          <p:cNvSpPr>
            <a:spLocks noGrp="1"/>
          </p:cNvSpPr>
          <p:nvPr>
            <p:ph type="sldNum" sz="quarter" idx="12"/>
          </p:nvPr>
        </p:nvSpPr>
        <p:spPr/>
        <p:txBody>
          <a:bodyPr/>
          <a:lstStyle/>
          <a:p>
            <a:fld id="{21004690-02AB-4EF8-9513-CB283ECF7991}" type="slidenum">
              <a:rPr lang="en-BW" smtClean="0"/>
              <a:t>5</a:t>
            </a:fld>
            <a:endParaRPr lang="en-BW"/>
          </a:p>
        </p:txBody>
      </p:sp>
      <p:pic>
        <p:nvPicPr>
          <p:cNvPr id="9" name="Picture 8">
            <a:extLst>
              <a:ext uri="{FF2B5EF4-FFF2-40B4-BE49-F238E27FC236}">
                <a16:creationId xmlns:a16="http://schemas.microsoft.com/office/drawing/2014/main" id="{710CAF18-A490-4CCA-B8DF-B4BA6F026438}"/>
              </a:ext>
            </a:extLst>
          </p:cNvPr>
          <p:cNvPicPr>
            <a:picLocks noChangeAspect="1"/>
          </p:cNvPicPr>
          <p:nvPr/>
        </p:nvPicPr>
        <p:blipFill>
          <a:blip r:embed="rId4"/>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43F71D9E-E032-9100-2B26-C3B42708B598}"/>
              </a:ext>
            </a:extLst>
          </p:cNvPr>
          <p:cNvPicPr>
            <a:picLocks noChangeAspect="1"/>
          </p:cNvPicPr>
          <p:nvPr/>
        </p:nvPicPr>
        <p:blipFill>
          <a:blip r:embed="rId5"/>
          <a:stretch>
            <a:fillRect/>
          </a:stretch>
        </p:blipFill>
        <p:spPr>
          <a:xfrm>
            <a:off x="0" y="6610277"/>
            <a:ext cx="9144000" cy="254891"/>
          </a:xfrm>
          <a:prstGeom prst="rect">
            <a:avLst/>
          </a:prstGeom>
        </p:spPr>
      </p:pic>
      <p:graphicFrame>
        <p:nvGraphicFramePr>
          <p:cNvPr id="15" name="Table 14">
            <a:extLst>
              <a:ext uri="{FF2B5EF4-FFF2-40B4-BE49-F238E27FC236}">
                <a16:creationId xmlns:a16="http://schemas.microsoft.com/office/drawing/2014/main" id="{3A6AD9EC-C7AE-EDBF-765E-CDE6764DC6DD}"/>
              </a:ext>
            </a:extLst>
          </p:cNvPr>
          <p:cNvGraphicFramePr>
            <a:graphicFrameLocks noGrp="1"/>
          </p:cNvGraphicFramePr>
          <p:nvPr>
            <p:extLst>
              <p:ext uri="{D42A27DB-BD31-4B8C-83A1-F6EECF244321}">
                <p14:modId xmlns:p14="http://schemas.microsoft.com/office/powerpoint/2010/main" val="1499157414"/>
              </p:ext>
            </p:extLst>
          </p:nvPr>
        </p:nvGraphicFramePr>
        <p:xfrm>
          <a:off x="628650" y="918135"/>
          <a:ext cx="6858000" cy="5699527"/>
        </p:xfrm>
        <a:graphic>
          <a:graphicData uri="http://schemas.openxmlformats.org/drawingml/2006/table">
            <a:tbl>
              <a:tblPr firstRow="1" bandRow="1">
                <a:tableStyleId>{5C22544A-7EE6-4342-B048-85BDC9FD1C3A}</a:tableStyleId>
              </a:tblPr>
              <a:tblGrid>
                <a:gridCol w="1714500">
                  <a:extLst>
                    <a:ext uri="{9D8B030D-6E8A-4147-A177-3AD203B41FA5}">
                      <a16:colId xmlns:a16="http://schemas.microsoft.com/office/drawing/2014/main" val="2163507817"/>
                    </a:ext>
                  </a:extLst>
                </a:gridCol>
                <a:gridCol w="1714500">
                  <a:extLst>
                    <a:ext uri="{9D8B030D-6E8A-4147-A177-3AD203B41FA5}">
                      <a16:colId xmlns:a16="http://schemas.microsoft.com/office/drawing/2014/main" val="1247354760"/>
                    </a:ext>
                  </a:extLst>
                </a:gridCol>
                <a:gridCol w="1714500">
                  <a:extLst>
                    <a:ext uri="{9D8B030D-6E8A-4147-A177-3AD203B41FA5}">
                      <a16:colId xmlns:a16="http://schemas.microsoft.com/office/drawing/2014/main" val="4217087862"/>
                    </a:ext>
                  </a:extLst>
                </a:gridCol>
                <a:gridCol w="1714500">
                  <a:extLst>
                    <a:ext uri="{9D8B030D-6E8A-4147-A177-3AD203B41FA5}">
                      <a16:colId xmlns:a16="http://schemas.microsoft.com/office/drawing/2014/main" val="2738274051"/>
                    </a:ext>
                  </a:extLst>
                </a:gridCol>
              </a:tblGrid>
              <a:tr h="716430">
                <a:tc>
                  <a:txBody>
                    <a:bodyPr/>
                    <a:lstStyle/>
                    <a:p>
                      <a:r>
                        <a:rPr lang="en-US" dirty="0"/>
                        <a:t>Author and Year of Publication</a:t>
                      </a:r>
                    </a:p>
                  </a:txBody>
                  <a:tcPr/>
                </a:tc>
                <a:tc>
                  <a:txBody>
                    <a:bodyPr/>
                    <a:lstStyle/>
                    <a:p>
                      <a:r>
                        <a:rPr lang="en-US" dirty="0"/>
                        <a:t>Title of study</a:t>
                      </a:r>
                    </a:p>
                  </a:txBody>
                  <a:tcPr/>
                </a:tc>
                <a:tc>
                  <a:txBody>
                    <a:bodyPr/>
                    <a:lstStyle/>
                    <a:p>
                      <a:r>
                        <a:rPr lang="en-US" dirty="0"/>
                        <a:t>Findings</a:t>
                      </a:r>
                    </a:p>
                  </a:txBody>
                  <a:tcPr/>
                </a:tc>
                <a:tc>
                  <a:txBody>
                    <a:bodyPr/>
                    <a:lstStyle/>
                    <a:p>
                      <a:r>
                        <a:rPr lang="en-US" dirty="0"/>
                        <a:t>Gaps In The Findings</a:t>
                      </a:r>
                    </a:p>
                  </a:txBody>
                  <a:tcPr/>
                </a:tc>
                <a:extLst>
                  <a:ext uri="{0D108BD9-81ED-4DB2-BD59-A6C34878D82A}">
                    <a16:rowId xmlns:a16="http://schemas.microsoft.com/office/drawing/2014/main" val="2198967316"/>
                  </a:ext>
                </a:extLst>
              </a:tr>
              <a:tr h="414304">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a:p>
                  </a:txBody>
                  <a:tcPr/>
                </a:tc>
                <a:extLst>
                  <a:ext uri="{0D108BD9-81ED-4DB2-BD59-A6C34878D82A}">
                    <a16:rowId xmlns:a16="http://schemas.microsoft.com/office/drawing/2014/main" val="871830691"/>
                  </a:ext>
                </a:extLst>
              </a:tr>
              <a:tr h="236745">
                <a:tc>
                  <a:txBody>
                    <a:bodyPr/>
                    <a:lstStyle/>
                    <a:p>
                      <a:endParaRPr lang="en-US" dirty="0"/>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21171395"/>
                  </a:ext>
                </a:extLst>
              </a:tr>
              <a:tr h="16276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dirty="0">
                          <a:effectLst/>
                        </a:rPr>
                        <a:t>Mojtaba Salehi, Iman </a:t>
                      </a:r>
                      <a:r>
                        <a:rPr lang="en-US" sz="1050" dirty="0" err="1">
                          <a:effectLst/>
                        </a:rPr>
                        <a:t>Sepahvand</a:t>
                      </a:r>
                      <a:r>
                        <a:rPr lang="en-US" sz="1050" dirty="0">
                          <a:effectLst/>
                        </a:rPr>
                        <a:t>, and Mohammad Yarahmadi, 2014</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050" dirty="0">
                          <a:effectLst/>
                        </a:rPr>
                        <a:t>A Traffic Lights Control System Based on Fuzzy Logic</a:t>
                      </a:r>
                    </a:p>
                    <a:p>
                      <a:endParaRPr lang="en-US" dirty="0"/>
                    </a:p>
                  </a:txBody>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050" dirty="0">
                          <a:effectLst/>
                        </a:rPr>
                        <a:t>Simulation-based (MATLAB) on two junctions (J1, J2) shows reduced delays, fuel consumption, and pollution</a:t>
                      </a:r>
                    </a:p>
                    <a:p>
                      <a:endParaRPr lang="en-US" dirty="0"/>
                    </a:p>
                  </a:txBody>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050" dirty="0">
                          <a:effectLst/>
                        </a:rPr>
                        <a:t>Focuses heavily on emergencies, neglecting mixed traffic (e.g., motorcycles) and pedestrian flows.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050" dirty="0">
                          <a:effectLst/>
                        </a:rPr>
                        <a:t>Static fuzzy rules and membership functions lack optimization</a:t>
                      </a:r>
                    </a:p>
                    <a:p>
                      <a:endParaRPr lang="en-US" sz="1200" dirty="0"/>
                    </a:p>
                  </a:txBody>
                  <a:tcPr/>
                </a:tc>
                <a:extLst>
                  <a:ext uri="{0D108BD9-81ED-4DB2-BD59-A6C34878D82A}">
                    <a16:rowId xmlns:a16="http://schemas.microsoft.com/office/drawing/2014/main" val="252981432"/>
                  </a:ext>
                </a:extLst>
              </a:tr>
              <a:tr h="13760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dirty="0">
                          <a:effectLst/>
                        </a:rPr>
                        <a:t>Leena Singh, Sudhanshu Tripathi, and Himakshi Arora, 2009</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050" dirty="0">
                          <a:effectLst/>
                        </a:rPr>
                        <a:t>Time Optimization for Traffic Signal Control Using Genetic Algorithm</a:t>
                      </a:r>
                    </a:p>
                  </a:txBody>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050" dirty="0">
                          <a:effectLst/>
                        </a:rPr>
                        <a:t>Simulation shows 21.9% more vehicles exiting (662 vs. 573 in 5 min) vs. fixed-time control at 200ms car speed/generation</a:t>
                      </a:r>
                    </a:p>
                    <a:p>
                      <a:endParaRPr lang="en-US" dirty="0"/>
                    </a:p>
                  </a:txBody>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050" dirty="0">
                          <a:effectLst/>
                        </a:rPr>
                        <a:t>Basic GA lacks multi-objective optimization (e.g., NSGA-II) or integrations like memory-assisted or cloud-based adaptive methods in recent works.</a:t>
                      </a:r>
                    </a:p>
                    <a:p>
                      <a:endParaRPr lang="en-US" dirty="0"/>
                    </a:p>
                  </a:txBody>
                  <a:tcPr/>
                </a:tc>
                <a:extLst>
                  <a:ext uri="{0D108BD9-81ED-4DB2-BD59-A6C34878D82A}">
                    <a16:rowId xmlns:a16="http://schemas.microsoft.com/office/drawing/2014/main" val="813083333"/>
                  </a:ext>
                </a:extLst>
              </a:tr>
              <a:tr h="236745">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777176515"/>
                  </a:ext>
                </a:extLst>
              </a:tr>
              <a:tr h="236745">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501588064"/>
                  </a:ext>
                </a:extLst>
              </a:tr>
            </a:tbl>
          </a:graphicData>
        </a:graphic>
      </p:graphicFrame>
    </p:spTree>
    <p:extLst>
      <p:ext uri="{BB962C8B-B14F-4D97-AF65-F5344CB8AC3E}">
        <p14:creationId xmlns:p14="http://schemas.microsoft.com/office/powerpoint/2010/main" val="998366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105FE41-45BA-42E3-AA3A-A249960B4A7A}"/>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dirty="0">
                <a:solidFill>
                  <a:schemeClr val="bg1"/>
                </a:solidFill>
                <a:latin typeface="Trebuchet MS" pitchFamily="34" charset="0"/>
                <a:cs typeface="Trebuchet MS"/>
              </a:rPr>
              <a:t>6</a:t>
            </a:r>
          </a:p>
        </p:txBody>
      </p:sp>
      <p:sp>
        <p:nvSpPr>
          <p:cNvPr id="5" name="Title 1">
            <a:extLst>
              <a:ext uri="{FF2B5EF4-FFF2-40B4-BE49-F238E27FC236}">
                <a16:creationId xmlns:a16="http://schemas.microsoft.com/office/drawing/2014/main" id="{17F7E505-0100-4345-9331-71947F51E078}"/>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dirty="0">
                <a:solidFill>
                  <a:prstClr val="white"/>
                </a:solidFill>
                <a:latin typeface="Times New Roman"/>
                <a:ea typeface="Tahoma"/>
                <a:cs typeface="Times New Roman"/>
              </a:rPr>
              <a:t>PROBLEM STATEMENT</a:t>
            </a:r>
            <a:endParaRPr lang="en-US" sz="2100" dirty="0">
              <a:solidFill>
                <a:prstClr val="white"/>
              </a:solidFill>
              <a:latin typeface="Times New Roman" panose="02020603050405020304" pitchFamily="18" charset="0"/>
              <a:ea typeface="Tahoma" panose="020B0604030504040204" pitchFamily="34" charset="0"/>
              <a:cs typeface="Times New Roman" panose="02020603050405020304" pitchFamily="18" charset="0"/>
            </a:endParaRPr>
          </a:p>
        </p:txBody>
      </p:sp>
      <p:pic>
        <p:nvPicPr>
          <p:cNvPr id="6" name="Content Placeholder 4">
            <a:extLst>
              <a:ext uri="{FF2B5EF4-FFF2-40B4-BE49-F238E27FC236}">
                <a16:creationId xmlns:a16="http://schemas.microsoft.com/office/drawing/2014/main" id="{667E52B0-43C0-47F9-A182-2FDFC0DF032F}"/>
              </a:ext>
            </a:extLst>
          </p:cNvPr>
          <p:cNvPicPr>
            <a:picLocks noGrp="1" noChangeAspect="1"/>
          </p:cNvPicPr>
          <p:nvPr>
            <p:ph idx="1"/>
          </p:nvPr>
        </p:nvPicPr>
        <p:blipFill>
          <a:blip r:embed="rId2"/>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1CFFEBC9-B6BC-44C2-9745-2FB41E7BD734}"/>
              </a:ext>
            </a:extLst>
          </p:cNvPr>
          <p:cNvSpPr>
            <a:spLocks noGrp="1"/>
          </p:cNvSpPr>
          <p:nvPr>
            <p:ph type="sldNum" sz="quarter" idx="12"/>
          </p:nvPr>
        </p:nvSpPr>
        <p:spPr/>
        <p:txBody>
          <a:bodyPr/>
          <a:lstStyle/>
          <a:p>
            <a:fld id="{21004690-02AB-4EF8-9513-CB283ECF7991}" type="slidenum">
              <a:rPr lang="en-BW" smtClean="0"/>
              <a:t>6</a:t>
            </a:fld>
            <a:endParaRPr lang="en-BW"/>
          </a:p>
        </p:txBody>
      </p:sp>
      <p:pic>
        <p:nvPicPr>
          <p:cNvPr id="9" name="Picture 8">
            <a:extLst>
              <a:ext uri="{FF2B5EF4-FFF2-40B4-BE49-F238E27FC236}">
                <a16:creationId xmlns:a16="http://schemas.microsoft.com/office/drawing/2014/main" id="{947B2903-AAB5-414C-B9C8-B572D18C4C6F}"/>
              </a:ext>
            </a:extLst>
          </p:cNvPr>
          <p:cNvPicPr>
            <a:picLocks noChangeAspect="1"/>
          </p:cNvPicPr>
          <p:nvPr/>
        </p:nvPicPr>
        <p:blipFill>
          <a:blip r:embed="rId3"/>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EF622AFB-0189-4829-89E4-6A72EA93778B}"/>
              </a:ext>
            </a:extLst>
          </p:cNvPr>
          <p:cNvPicPr>
            <a:picLocks noChangeAspect="1"/>
          </p:cNvPicPr>
          <p:nvPr/>
        </p:nvPicPr>
        <p:blipFill>
          <a:blip r:embed="rId4"/>
          <a:stretch>
            <a:fillRect/>
          </a:stretch>
        </p:blipFill>
        <p:spPr>
          <a:xfrm>
            <a:off x="0" y="6610277"/>
            <a:ext cx="9144000" cy="254891"/>
          </a:xfrm>
          <a:prstGeom prst="rect">
            <a:avLst/>
          </a:prstGeom>
        </p:spPr>
      </p:pic>
      <p:sp>
        <p:nvSpPr>
          <p:cNvPr id="7" name="TextBox 6">
            <a:extLst>
              <a:ext uri="{FF2B5EF4-FFF2-40B4-BE49-F238E27FC236}">
                <a16:creationId xmlns:a16="http://schemas.microsoft.com/office/drawing/2014/main" id="{62EF4368-4A3F-AEA3-692F-0BA799603CB8}"/>
              </a:ext>
            </a:extLst>
          </p:cNvPr>
          <p:cNvSpPr txBox="1"/>
          <p:nvPr/>
        </p:nvSpPr>
        <p:spPr>
          <a:xfrm>
            <a:off x="517778" y="1553807"/>
            <a:ext cx="7925562" cy="1289071"/>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Urban intersections in Palapye experience increased traffic congestion, delays, and inefficient traffic flow due to conventional fixed-time traffic light control systems that do not adapt to real-time traffic conditions</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070938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105FE41-45BA-42E3-AA3A-A249960B4A7A}"/>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dirty="0">
                <a:solidFill>
                  <a:schemeClr val="bg1"/>
                </a:solidFill>
                <a:latin typeface="Trebuchet MS" pitchFamily="34" charset="0"/>
                <a:cs typeface="Trebuchet MS"/>
              </a:rPr>
              <a:t>7</a:t>
            </a:r>
          </a:p>
        </p:txBody>
      </p:sp>
      <p:sp>
        <p:nvSpPr>
          <p:cNvPr id="5" name="Title 1">
            <a:extLst>
              <a:ext uri="{FF2B5EF4-FFF2-40B4-BE49-F238E27FC236}">
                <a16:creationId xmlns:a16="http://schemas.microsoft.com/office/drawing/2014/main" id="{17F7E505-0100-4345-9331-71947F51E078}"/>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dirty="0">
                <a:solidFill>
                  <a:prstClr val="white"/>
                </a:solidFill>
                <a:latin typeface="Times New Roman"/>
                <a:ea typeface="Tahoma"/>
                <a:cs typeface="Times New Roman"/>
              </a:rPr>
              <a:t>OBJECTIVES </a:t>
            </a:r>
            <a:endParaRPr lang="en-US" sz="2100" dirty="0">
              <a:solidFill>
                <a:prstClr val="white"/>
              </a:solidFill>
              <a:latin typeface="Times New Roman" panose="02020603050405020304" pitchFamily="18" charset="0"/>
              <a:ea typeface="Tahoma" panose="020B0604030504040204" pitchFamily="34" charset="0"/>
              <a:cs typeface="Times New Roman" panose="02020603050405020304" pitchFamily="18" charset="0"/>
            </a:endParaRPr>
          </a:p>
        </p:txBody>
      </p:sp>
      <p:pic>
        <p:nvPicPr>
          <p:cNvPr id="6" name="Content Placeholder 4">
            <a:extLst>
              <a:ext uri="{FF2B5EF4-FFF2-40B4-BE49-F238E27FC236}">
                <a16:creationId xmlns:a16="http://schemas.microsoft.com/office/drawing/2014/main" id="{667E52B0-43C0-47F9-A182-2FDFC0DF032F}"/>
              </a:ext>
            </a:extLst>
          </p:cNvPr>
          <p:cNvPicPr>
            <a:picLocks noGrp="1" noChangeAspect="1"/>
          </p:cNvPicPr>
          <p:nvPr>
            <p:ph idx="1"/>
          </p:nvPr>
        </p:nvPicPr>
        <p:blipFill>
          <a:blip r:embed="rId2"/>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1CFFEBC9-B6BC-44C2-9745-2FB41E7BD734}"/>
              </a:ext>
            </a:extLst>
          </p:cNvPr>
          <p:cNvSpPr>
            <a:spLocks noGrp="1"/>
          </p:cNvSpPr>
          <p:nvPr>
            <p:ph type="sldNum" sz="quarter" idx="12"/>
          </p:nvPr>
        </p:nvSpPr>
        <p:spPr/>
        <p:txBody>
          <a:bodyPr/>
          <a:lstStyle/>
          <a:p>
            <a:fld id="{21004690-02AB-4EF8-9513-CB283ECF7991}" type="slidenum">
              <a:rPr lang="en-BW" smtClean="0"/>
              <a:t>7</a:t>
            </a:fld>
            <a:endParaRPr lang="en-BW"/>
          </a:p>
        </p:txBody>
      </p:sp>
      <p:pic>
        <p:nvPicPr>
          <p:cNvPr id="9" name="Picture 8">
            <a:extLst>
              <a:ext uri="{FF2B5EF4-FFF2-40B4-BE49-F238E27FC236}">
                <a16:creationId xmlns:a16="http://schemas.microsoft.com/office/drawing/2014/main" id="{947B2903-AAB5-414C-B9C8-B572D18C4C6F}"/>
              </a:ext>
            </a:extLst>
          </p:cNvPr>
          <p:cNvPicPr>
            <a:picLocks noChangeAspect="1"/>
          </p:cNvPicPr>
          <p:nvPr/>
        </p:nvPicPr>
        <p:blipFill>
          <a:blip r:embed="rId3"/>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EF622AFB-0189-4829-89E4-6A72EA93778B}"/>
              </a:ext>
            </a:extLst>
          </p:cNvPr>
          <p:cNvPicPr>
            <a:picLocks noChangeAspect="1"/>
          </p:cNvPicPr>
          <p:nvPr/>
        </p:nvPicPr>
        <p:blipFill>
          <a:blip r:embed="rId4"/>
          <a:stretch>
            <a:fillRect/>
          </a:stretch>
        </p:blipFill>
        <p:spPr>
          <a:xfrm>
            <a:off x="0" y="6610277"/>
            <a:ext cx="9144000" cy="254891"/>
          </a:xfrm>
          <a:prstGeom prst="rect">
            <a:avLst/>
          </a:prstGeom>
        </p:spPr>
      </p:pic>
      <p:sp>
        <p:nvSpPr>
          <p:cNvPr id="7" name="TextBox 6">
            <a:extLst>
              <a:ext uri="{FF2B5EF4-FFF2-40B4-BE49-F238E27FC236}">
                <a16:creationId xmlns:a16="http://schemas.microsoft.com/office/drawing/2014/main" id="{D315CFAE-3CFD-3CED-9D49-5FEB4A7DB567}"/>
              </a:ext>
            </a:extLst>
          </p:cNvPr>
          <p:cNvSpPr txBox="1"/>
          <p:nvPr/>
        </p:nvSpPr>
        <p:spPr>
          <a:xfrm>
            <a:off x="603504" y="1321354"/>
            <a:ext cx="7911846" cy="4300152"/>
          </a:xfrm>
          <a:prstGeom prst="rect">
            <a:avLst/>
          </a:prstGeom>
          <a:noFill/>
        </p:spPr>
        <p:txBody>
          <a:bodyPr wrap="square">
            <a:spAutoFit/>
          </a:bodyPr>
          <a:lstStyle/>
          <a:p>
            <a:pPr marL="285750" marR="0" indent="-285750" algn="just">
              <a:lnSpc>
                <a:spcPct val="150000"/>
              </a:lnSpc>
              <a:spcAft>
                <a:spcPts val="800"/>
              </a:spcAft>
              <a:buFont typeface="Wingdings" panose="05000000000000000000" pitchFamily="2" charset="2"/>
              <a:buChar char="Ø"/>
            </a:pPr>
            <a:endParaRPr lang="en-US" sz="18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342900" marR="0" lvl="0" indent="-342900" algn="just">
              <a:lnSpc>
                <a:spcPct val="150000"/>
              </a:lnSpc>
              <a:buFont typeface="Wingdings" panose="05000000000000000000" pitchFamily="2" charset="2"/>
              <a:buChar char="Ø"/>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To design and implement an optimized traffic light control system that minimizes vehicle delays, reduces congestion, and improves traffic flow efficiency at urban intersections.</a:t>
            </a:r>
          </a:p>
          <a:p>
            <a:pPr marL="342900" marR="0" lvl="0" indent="-342900" algn="just">
              <a:lnSpc>
                <a:spcPct val="150000"/>
              </a:lnSpc>
              <a:buFont typeface="Wingdings" panose="05000000000000000000" pitchFamily="2" charset="2"/>
              <a:buChar char="Ø"/>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Develop adaptive signal timing algorithms that respond to real-time traffic conditions.</a:t>
            </a:r>
          </a:p>
          <a:p>
            <a:pPr marL="342900" marR="0" lvl="0" indent="-342900" algn="just">
              <a:lnSpc>
                <a:spcPct val="150000"/>
              </a:lnSpc>
              <a:buFont typeface="Wingdings" panose="05000000000000000000" pitchFamily="2" charset="2"/>
              <a:buChar char="Ø"/>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Implement coordinated control across multiple intersections to reduce stop-and-go traffic.</a:t>
            </a:r>
          </a:p>
          <a:p>
            <a:pPr marL="342900" marR="0" lvl="0" indent="-342900" algn="just">
              <a:lnSpc>
                <a:spcPct val="150000"/>
              </a:lnSpc>
              <a:buFont typeface="Wingdings" panose="05000000000000000000" pitchFamily="2" charset="2"/>
              <a:buChar char="Ø"/>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Coordinate multiple intersections to reduce delay.</a:t>
            </a:r>
          </a:p>
          <a:p>
            <a:pPr marL="342900" marR="0" lvl="0" indent="-342900" algn="just">
              <a:lnSpc>
                <a:spcPct val="150000"/>
              </a:lnSpc>
              <a:spcAft>
                <a:spcPts val="800"/>
              </a:spcAft>
              <a:buFont typeface="Wingdings" panose="05000000000000000000" pitchFamily="2" charset="2"/>
              <a:buChar char="Ø"/>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Evaluate system performance using average delay and queue length.</a:t>
            </a:r>
          </a:p>
        </p:txBody>
      </p:sp>
    </p:spTree>
    <p:extLst>
      <p:ext uri="{BB962C8B-B14F-4D97-AF65-F5344CB8AC3E}">
        <p14:creationId xmlns:p14="http://schemas.microsoft.com/office/powerpoint/2010/main" val="3614242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105FE41-45BA-42E3-AA3A-A249960B4A7A}"/>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dirty="0">
                <a:solidFill>
                  <a:schemeClr val="bg1"/>
                </a:solidFill>
                <a:latin typeface="Trebuchet MS" pitchFamily="34" charset="0"/>
                <a:cs typeface="Trebuchet MS"/>
              </a:rPr>
              <a:t>8</a:t>
            </a:r>
          </a:p>
        </p:txBody>
      </p:sp>
      <p:sp>
        <p:nvSpPr>
          <p:cNvPr id="5" name="Title 1">
            <a:extLst>
              <a:ext uri="{FF2B5EF4-FFF2-40B4-BE49-F238E27FC236}">
                <a16:creationId xmlns:a16="http://schemas.microsoft.com/office/drawing/2014/main" id="{17F7E505-0100-4345-9331-71947F51E078}"/>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dirty="0">
                <a:solidFill>
                  <a:prstClr val="white"/>
                </a:solidFill>
                <a:latin typeface="Times New Roman"/>
                <a:ea typeface="Tahoma"/>
                <a:cs typeface="Calibri"/>
              </a:rPr>
              <a:t>AIM</a:t>
            </a:r>
          </a:p>
        </p:txBody>
      </p:sp>
      <p:pic>
        <p:nvPicPr>
          <p:cNvPr id="6" name="Content Placeholder 4">
            <a:extLst>
              <a:ext uri="{FF2B5EF4-FFF2-40B4-BE49-F238E27FC236}">
                <a16:creationId xmlns:a16="http://schemas.microsoft.com/office/drawing/2014/main" id="{667E52B0-43C0-47F9-A182-2FDFC0DF032F}"/>
              </a:ext>
            </a:extLst>
          </p:cNvPr>
          <p:cNvPicPr>
            <a:picLocks noGrp="1" noChangeAspect="1"/>
          </p:cNvPicPr>
          <p:nvPr>
            <p:ph idx="1"/>
          </p:nvPr>
        </p:nvPicPr>
        <p:blipFill>
          <a:blip r:embed="rId2"/>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1CFFEBC9-B6BC-44C2-9745-2FB41E7BD734}"/>
              </a:ext>
            </a:extLst>
          </p:cNvPr>
          <p:cNvSpPr>
            <a:spLocks noGrp="1"/>
          </p:cNvSpPr>
          <p:nvPr>
            <p:ph type="sldNum" sz="quarter" idx="12"/>
          </p:nvPr>
        </p:nvSpPr>
        <p:spPr/>
        <p:txBody>
          <a:bodyPr/>
          <a:lstStyle/>
          <a:p>
            <a:fld id="{21004690-02AB-4EF8-9513-CB283ECF7991}" type="slidenum">
              <a:rPr lang="en-BW" smtClean="0"/>
              <a:t>8</a:t>
            </a:fld>
            <a:endParaRPr lang="en-BW"/>
          </a:p>
        </p:txBody>
      </p:sp>
      <p:pic>
        <p:nvPicPr>
          <p:cNvPr id="9" name="Picture 8">
            <a:extLst>
              <a:ext uri="{FF2B5EF4-FFF2-40B4-BE49-F238E27FC236}">
                <a16:creationId xmlns:a16="http://schemas.microsoft.com/office/drawing/2014/main" id="{947B2903-AAB5-414C-B9C8-B572D18C4C6F}"/>
              </a:ext>
            </a:extLst>
          </p:cNvPr>
          <p:cNvPicPr>
            <a:picLocks noChangeAspect="1"/>
          </p:cNvPicPr>
          <p:nvPr/>
        </p:nvPicPr>
        <p:blipFill>
          <a:blip r:embed="rId3"/>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EF622AFB-0189-4829-89E4-6A72EA93778B}"/>
              </a:ext>
            </a:extLst>
          </p:cNvPr>
          <p:cNvPicPr>
            <a:picLocks noChangeAspect="1"/>
          </p:cNvPicPr>
          <p:nvPr/>
        </p:nvPicPr>
        <p:blipFill>
          <a:blip r:embed="rId4"/>
          <a:stretch>
            <a:fillRect/>
          </a:stretch>
        </p:blipFill>
        <p:spPr>
          <a:xfrm>
            <a:off x="0" y="6610277"/>
            <a:ext cx="9144000" cy="254891"/>
          </a:xfrm>
          <a:prstGeom prst="rect">
            <a:avLst/>
          </a:prstGeom>
        </p:spPr>
      </p:pic>
      <p:sp>
        <p:nvSpPr>
          <p:cNvPr id="7" name="TextBox 6">
            <a:extLst>
              <a:ext uri="{FF2B5EF4-FFF2-40B4-BE49-F238E27FC236}">
                <a16:creationId xmlns:a16="http://schemas.microsoft.com/office/drawing/2014/main" id="{AF740BFE-7EA1-7015-7E13-A5263F786A11}"/>
              </a:ext>
            </a:extLst>
          </p:cNvPr>
          <p:cNvSpPr txBox="1"/>
          <p:nvPr/>
        </p:nvSpPr>
        <p:spPr>
          <a:xfrm>
            <a:off x="947970" y="1863009"/>
            <a:ext cx="6620108" cy="1295868"/>
          </a:xfrm>
          <a:prstGeom prst="rect">
            <a:avLst/>
          </a:prstGeom>
          <a:noFill/>
        </p:spPr>
        <p:txBody>
          <a:bodyPr wrap="square">
            <a:spAutoFit/>
          </a:bodyPr>
          <a:lstStyle/>
          <a:p>
            <a:pPr marL="285750" indent="-285750" algn="just">
              <a:lnSpc>
                <a:spcPct val="150000"/>
              </a:lnSpc>
              <a:buFont typeface="Wingdings" panose="05000000000000000000" pitchFamily="2" charset="2"/>
              <a:buChar char="Ø"/>
            </a:pPr>
            <a:r>
              <a:rPr lang="en-GB" dirty="0">
                <a:latin typeface="Times New Roman" panose="02020603050405020304" pitchFamily="18" charset="0"/>
                <a:cs typeface="Times New Roman" panose="02020603050405020304" pitchFamily="18" charset="0"/>
              </a:rPr>
              <a:t>To investigate and develop an optimization-based traffic signal control strategy that improves urban traffic flow, reduces congestion, and enhances road safety in Palapye</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052308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C82-2A5A-EBB2-DC7A-74CE73C8EB4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E4EA471-1EAE-0E2D-9CD4-D416FB227940}"/>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dirty="0">
                <a:solidFill>
                  <a:schemeClr val="bg1"/>
                </a:solidFill>
                <a:latin typeface="Trebuchet MS" pitchFamily="34" charset="0"/>
                <a:cs typeface="Trebuchet MS"/>
              </a:rPr>
              <a:t>9</a:t>
            </a:r>
          </a:p>
        </p:txBody>
      </p:sp>
      <p:sp>
        <p:nvSpPr>
          <p:cNvPr id="5" name="Title 1">
            <a:extLst>
              <a:ext uri="{FF2B5EF4-FFF2-40B4-BE49-F238E27FC236}">
                <a16:creationId xmlns:a16="http://schemas.microsoft.com/office/drawing/2014/main" id="{162B9D93-19DA-1391-778A-53AC336723EE}"/>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dirty="0">
                <a:solidFill>
                  <a:prstClr val="white"/>
                </a:solidFill>
                <a:latin typeface="Times New Roman"/>
                <a:ea typeface="Tahoma"/>
                <a:cs typeface="Calibri"/>
              </a:rPr>
              <a:t>PROPOSED RESEARCH METHODOLOGY</a:t>
            </a:r>
          </a:p>
        </p:txBody>
      </p:sp>
      <p:pic>
        <p:nvPicPr>
          <p:cNvPr id="6" name="Content Placeholder 4">
            <a:extLst>
              <a:ext uri="{FF2B5EF4-FFF2-40B4-BE49-F238E27FC236}">
                <a16:creationId xmlns:a16="http://schemas.microsoft.com/office/drawing/2014/main" id="{320D0213-73B3-F703-0736-24287A4679FD}"/>
              </a:ext>
            </a:extLst>
          </p:cNvPr>
          <p:cNvPicPr>
            <a:picLocks noGrp="1" noChangeAspect="1"/>
          </p:cNvPicPr>
          <p:nvPr>
            <p:ph idx="1"/>
          </p:nvPr>
        </p:nvPicPr>
        <p:blipFill>
          <a:blip r:embed="rId2"/>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F7E02541-466B-8346-DFE6-ED6B0A7E70FA}"/>
              </a:ext>
            </a:extLst>
          </p:cNvPr>
          <p:cNvSpPr>
            <a:spLocks noGrp="1"/>
          </p:cNvSpPr>
          <p:nvPr>
            <p:ph type="sldNum" sz="quarter" idx="12"/>
          </p:nvPr>
        </p:nvSpPr>
        <p:spPr/>
        <p:txBody>
          <a:bodyPr/>
          <a:lstStyle/>
          <a:p>
            <a:fld id="{21004690-02AB-4EF8-9513-CB283ECF7991}" type="slidenum">
              <a:rPr lang="en-BW" smtClean="0"/>
              <a:t>9</a:t>
            </a:fld>
            <a:endParaRPr lang="en-BW"/>
          </a:p>
        </p:txBody>
      </p:sp>
      <p:pic>
        <p:nvPicPr>
          <p:cNvPr id="9" name="Picture 8">
            <a:extLst>
              <a:ext uri="{FF2B5EF4-FFF2-40B4-BE49-F238E27FC236}">
                <a16:creationId xmlns:a16="http://schemas.microsoft.com/office/drawing/2014/main" id="{D8A826C0-8AC4-86A3-0CF2-0FE68C74F119}"/>
              </a:ext>
            </a:extLst>
          </p:cNvPr>
          <p:cNvPicPr>
            <a:picLocks noChangeAspect="1"/>
          </p:cNvPicPr>
          <p:nvPr/>
        </p:nvPicPr>
        <p:blipFill>
          <a:blip r:embed="rId3"/>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4DA48593-5C9C-22E2-47C1-10D04D58B8DD}"/>
              </a:ext>
            </a:extLst>
          </p:cNvPr>
          <p:cNvPicPr>
            <a:picLocks noChangeAspect="1"/>
          </p:cNvPicPr>
          <p:nvPr/>
        </p:nvPicPr>
        <p:blipFill>
          <a:blip r:embed="rId4"/>
          <a:stretch>
            <a:fillRect/>
          </a:stretch>
        </p:blipFill>
        <p:spPr>
          <a:xfrm>
            <a:off x="0" y="6610277"/>
            <a:ext cx="9144000" cy="254891"/>
          </a:xfrm>
          <a:prstGeom prst="rect">
            <a:avLst/>
          </a:prstGeom>
        </p:spPr>
      </p:pic>
    </p:spTree>
    <p:extLst>
      <p:ext uri="{BB962C8B-B14F-4D97-AF65-F5344CB8AC3E}">
        <p14:creationId xmlns:p14="http://schemas.microsoft.com/office/powerpoint/2010/main" val="6659118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A2F41-9241-D8F6-9A02-0A611E4F3922}"/>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5E99825-0F07-3D1B-1511-311E9AC93C75}"/>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dirty="0">
                <a:solidFill>
                  <a:schemeClr val="bg1"/>
                </a:solidFill>
                <a:latin typeface="Trebuchet MS" pitchFamily="34" charset="0"/>
                <a:cs typeface="Trebuchet MS"/>
              </a:rPr>
              <a:t>9</a:t>
            </a:r>
          </a:p>
        </p:txBody>
      </p:sp>
      <p:sp>
        <p:nvSpPr>
          <p:cNvPr id="5" name="Title 1">
            <a:extLst>
              <a:ext uri="{FF2B5EF4-FFF2-40B4-BE49-F238E27FC236}">
                <a16:creationId xmlns:a16="http://schemas.microsoft.com/office/drawing/2014/main" id="{224299BA-CC32-1F96-744D-B17A88C8DBAB}"/>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dirty="0">
                <a:solidFill>
                  <a:prstClr val="white"/>
                </a:solidFill>
                <a:latin typeface="Times New Roman"/>
                <a:ea typeface="Tahoma"/>
                <a:cs typeface="Calibri"/>
              </a:rPr>
              <a:t>LIST OF MATERIALS</a:t>
            </a:r>
          </a:p>
        </p:txBody>
      </p:sp>
      <p:pic>
        <p:nvPicPr>
          <p:cNvPr id="6" name="Content Placeholder 4">
            <a:extLst>
              <a:ext uri="{FF2B5EF4-FFF2-40B4-BE49-F238E27FC236}">
                <a16:creationId xmlns:a16="http://schemas.microsoft.com/office/drawing/2014/main" id="{7AEF10E0-E6C3-3233-D6FE-C14A38124A3E}"/>
              </a:ext>
            </a:extLst>
          </p:cNvPr>
          <p:cNvPicPr>
            <a:picLocks noGrp="1" noChangeAspect="1"/>
          </p:cNvPicPr>
          <p:nvPr>
            <p:ph idx="1"/>
          </p:nvPr>
        </p:nvPicPr>
        <p:blipFill>
          <a:blip r:embed="rId2"/>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C79A5991-750A-9D73-6F49-26BF369EB771}"/>
              </a:ext>
            </a:extLst>
          </p:cNvPr>
          <p:cNvSpPr>
            <a:spLocks noGrp="1"/>
          </p:cNvSpPr>
          <p:nvPr>
            <p:ph type="sldNum" sz="quarter" idx="12"/>
          </p:nvPr>
        </p:nvSpPr>
        <p:spPr/>
        <p:txBody>
          <a:bodyPr/>
          <a:lstStyle/>
          <a:p>
            <a:fld id="{21004690-02AB-4EF8-9513-CB283ECF7991}" type="slidenum">
              <a:rPr lang="en-BW" smtClean="0"/>
              <a:t>10</a:t>
            </a:fld>
            <a:endParaRPr lang="en-BW"/>
          </a:p>
        </p:txBody>
      </p:sp>
      <p:pic>
        <p:nvPicPr>
          <p:cNvPr id="9" name="Picture 8">
            <a:extLst>
              <a:ext uri="{FF2B5EF4-FFF2-40B4-BE49-F238E27FC236}">
                <a16:creationId xmlns:a16="http://schemas.microsoft.com/office/drawing/2014/main" id="{F6C3A3C3-1C79-216F-E099-3ED5E41D5780}"/>
              </a:ext>
            </a:extLst>
          </p:cNvPr>
          <p:cNvPicPr>
            <a:picLocks noChangeAspect="1"/>
          </p:cNvPicPr>
          <p:nvPr/>
        </p:nvPicPr>
        <p:blipFill>
          <a:blip r:embed="rId3"/>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B1DFC862-456A-6755-D0D9-A2228F9B3AC7}"/>
              </a:ext>
            </a:extLst>
          </p:cNvPr>
          <p:cNvPicPr>
            <a:picLocks noChangeAspect="1"/>
          </p:cNvPicPr>
          <p:nvPr/>
        </p:nvPicPr>
        <p:blipFill>
          <a:blip r:embed="rId4"/>
          <a:stretch>
            <a:fillRect/>
          </a:stretch>
        </p:blipFill>
        <p:spPr>
          <a:xfrm>
            <a:off x="0" y="6610277"/>
            <a:ext cx="9144000" cy="254891"/>
          </a:xfrm>
          <a:prstGeom prst="rect">
            <a:avLst/>
          </a:prstGeom>
        </p:spPr>
      </p:pic>
      <p:sp>
        <p:nvSpPr>
          <p:cNvPr id="7" name="TextBox 6">
            <a:extLst>
              <a:ext uri="{FF2B5EF4-FFF2-40B4-BE49-F238E27FC236}">
                <a16:creationId xmlns:a16="http://schemas.microsoft.com/office/drawing/2014/main" id="{A1E473DD-3E5A-86AE-A040-CCB5B0AD357C}"/>
              </a:ext>
            </a:extLst>
          </p:cNvPr>
          <p:cNvSpPr txBox="1"/>
          <p:nvPr/>
        </p:nvSpPr>
        <p:spPr>
          <a:xfrm>
            <a:off x="850106" y="1710809"/>
            <a:ext cx="4595812" cy="646331"/>
          </a:xfrm>
          <a:prstGeom prst="rect">
            <a:avLst/>
          </a:prstGeom>
          <a:noFill/>
        </p:spPr>
        <p:txBody>
          <a:bodyPr wrap="square">
            <a:spAutoFit/>
          </a:bodyPr>
          <a:lstStyle/>
          <a:p>
            <a:r>
              <a:rPr lang="en-US" dirty="0"/>
              <a:t>Software</a:t>
            </a:r>
            <a:br>
              <a:rPr lang="en-US" dirty="0"/>
            </a:br>
            <a:r>
              <a:rPr lang="en-US" dirty="0" err="1"/>
              <a:t>Matlab,Python</a:t>
            </a:r>
            <a:r>
              <a:rPr lang="en-US" dirty="0"/>
              <a:t>, VSSIM</a:t>
            </a:r>
          </a:p>
        </p:txBody>
      </p:sp>
      <p:sp>
        <p:nvSpPr>
          <p:cNvPr id="8" name="TextBox 7">
            <a:extLst>
              <a:ext uri="{FF2B5EF4-FFF2-40B4-BE49-F238E27FC236}">
                <a16:creationId xmlns:a16="http://schemas.microsoft.com/office/drawing/2014/main" id="{7C84C139-8E54-0B49-C904-83AA9AD3957B}"/>
              </a:ext>
            </a:extLst>
          </p:cNvPr>
          <p:cNvSpPr txBox="1"/>
          <p:nvPr/>
        </p:nvSpPr>
        <p:spPr>
          <a:xfrm>
            <a:off x="778668" y="4120260"/>
            <a:ext cx="4595812" cy="646331"/>
          </a:xfrm>
          <a:prstGeom prst="rect">
            <a:avLst/>
          </a:prstGeom>
          <a:noFill/>
        </p:spPr>
        <p:txBody>
          <a:bodyPr wrap="square">
            <a:spAutoFit/>
          </a:bodyPr>
          <a:lstStyle/>
          <a:p>
            <a:r>
              <a:rPr lang="en-US" dirty="0"/>
              <a:t>Hardware</a:t>
            </a:r>
            <a:br>
              <a:rPr lang="en-US" dirty="0"/>
            </a:br>
            <a:endParaRPr lang="en-US" dirty="0"/>
          </a:p>
        </p:txBody>
      </p:sp>
    </p:spTree>
    <p:extLst>
      <p:ext uri="{BB962C8B-B14F-4D97-AF65-F5344CB8AC3E}">
        <p14:creationId xmlns:p14="http://schemas.microsoft.com/office/powerpoint/2010/main" val="3710294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794F0-D310-33BC-3C29-433CAF8D8CC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6F45FD1-F983-55D5-AF8A-24234D279812}"/>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a:solidFill>
                  <a:schemeClr val="bg1"/>
                </a:solidFill>
                <a:latin typeface="Trebuchet MS" pitchFamily="34" charset="0"/>
                <a:cs typeface="Trebuchet MS"/>
              </a:rPr>
              <a:t>10</a:t>
            </a:r>
          </a:p>
        </p:txBody>
      </p:sp>
      <p:sp>
        <p:nvSpPr>
          <p:cNvPr id="5" name="Title 1">
            <a:extLst>
              <a:ext uri="{FF2B5EF4-FFF2-40B4-BE49-F238E27FC236}">
                <a16:creationId xmlns:a16="http://schemas.microsoft.com/office/drawing/2014/main" id="{AD7984CD-E8FE-8CA2-E79C-FB68A8F9D56B}"/>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dirty="0">
                <a:solidFill>
                  <a:prstClr val="white"/>
                </a:solidFill>
                <a:latin typeface="Times New Roman"/>
                <a:ea typeface="Tahoma"/>
                <a:cs typeface="Calibri"/>
              </a:rPr>
              <a:t>PROJECT PLAN AND SCHEDULE</a:t>
            </a:r>
          </a:p>
        </p:txBody>
      </p:sp>
      <p:pic>
        <p:nvPicPr>
          <p:cNvPr id="6" name="Content Placeholder 4">
            <a:extLst>
              <a:ext uri="{FF2B5EF4-FFF2-40B4-BE49-F238E27FC236}">
                <a16:creationId xmlns:a16="http://schemas.microsoft.com/office/drawing/2014/main" id="{E15D8980-B7E9-8C33-5541-7FF0D269C92A}"/>
              </a:ext>
            </a:extLst>
          </p:cNvPr>
          <p:cNvPicPr>
            <a:picLocks noGrp="1" noChangeAspect="1"/>
          </p:cNvPicPr>
          <p:nvPr>
            <p:ph idx="1"/>
          </p:nvPr>
        </p:nvPicPr>
        <p:blipFill>
          <a:blip r:embed="rId2"/>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DFD17D38-1E05-2DE2-2C9E-8DD3066DF54F}"/>
              </a:ext>
            </a:extLst>
          </p:cNvPr>
          <p:cNvSpPr>
            <a:spLocks noGrp="1"/>
          </p:cNvSpPr>
          <p:nvPr>
            <p:ph type="sldNum" sz="quarter" idx="12"/>
          </p:nvPr>
        </p:nvSpPr>
        <p:spPr/>
        <p:txBody>
          <a:bodyPr/>
          <a:lstStyle/>
          <a:p>
            <a:fld id="{21004690-02AB-4EF8-9513-CB283ECF7991}" type="slidenum">
              <a:rPr lang="en-BW" smtClean="0"/>
              <a:t>11</a:t>
            </a:fld>
            <a:endParaRPr lang="en-BW"/>
          </a:p>
        </p:txBody>
      </p:sp>
      <p:pic>
        <p:nvPicPr>
          <p:cNvPr id="9" name="Picture 8">
            <a:extLst>
              <a:ext uri="{FF2B5EF4-FFF2-40B4-BE49-F238E27FC236}">
                <a16:creationId xmlns:a16="http://schemas.microsoft.com/office/drawing/2014/main" id="{B228C5B9-F414-A733-7FBE-9F308D4FE5E6}"/>
              </a:ext>
            </a:extLst>
          </p:cNvPr>
          <p:cNvPicPr>
            <a:picLocks noChangeAspect="1"/>
          </p:cNvPicPr>
          <p:nvPr/>
        </p:nvPicPr>
        <p:blipFill>
          <a:blip r:embed="rId3"/>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E37A2BF3-0AB6-F720-4448-B42393259525}"/>
              </a:ext>
            </a:extLst>
          </p:cNvPr>
          <p:cNvPicPr>
            <a:picLocks noChangeAspect="1"/>
          </p:cNvPicPr>
          <p:nvPr/>
        </p:nvPicPr>
        <p:blipFill>
          <a:blip r:embed="rId4"/>
          <a:stretch>
            <a:fillRect/>
          </a:stretch>
        </p:blipFill>
        <p:spPr>
          <a:xfrm>
            <a:off x="0" y="6610277"/>
            <a:ext cx="9144000" cy="254891"/>
          </a:xfrm>
          <a:prstGeom prst="rect">
            <a:avLst/>
          </a:prstGeom>
        </p:spPr>
      </p:pic>
      <p:graphicFrame>
        <p:nvGraphicFramePr>
          <p:cNvPr id="3" name="Table 2">
            <a:extLst>
              <a:ext uri="{FF2B5EF4-FFF2-40B4-BE49-F238E27FC236}">
                <a16:creationId xmlns:a16="http://schemas.microsoft.com/office/drawing/2014/main" id="{6407C0DB-DE97-22E8-5AD5-7576BB348672}"/>
              </a:ext>
            </a:extLst>
          </p:cNvPr>
          <p:cNvGraphicFramePr>
            <a:graphicFrameLocks noGrp="1"/>
          </p:cNvGraphicFramePr>
          <p:nvPr>
            <p:extLst>
              <p:ext uri="{D42A27DB-BD31-4B8C-83A1-F6EECF244321}">
                <p14:modId xmlns:p14="http://schemas.microsoft.com/office/powerpoint/2010/main" val="863151097"/>
              </p:ext>
            </p:extLst>
          </p:nvPr>
        </p:nvGraphicFramePr>
        <p:xfrm>
          <a:off x="947970" y="1582478"/>
          <a:ext cx="6410325" cy="1714500"/>
        </p:xfrm>
        <a:graphic>
          <a:graphicData uri="http://schemas.openxmlformats.org/drawingml/2006/table">
            <a:tbl>
              <a:tblPr/>
              <a:tblGrid>
                <a:gridCol w="3752850">
                  <a:extLst>
                    <a:ext uri="{9D8B030D-6E8A-4147-A177-3AD203B41FA5}">
                      <a16:colId xmlns:a16="http://schemas.microsoft.com/office/drawing/2014/main" val="3551827124"/>
                    </a:ext>
                  </a:extLst>
                </a:gridCol>
                <a:gridCol w="2657475">
                  <a:extLst>
                    <a:ext uri="{9D8B030D-6E8A-4147-A177-3AD203B41FA5}">
                      <a16:colId xmlns:a16="http://schemas.microsoft.com/office/drawing/2014/main" val="629765336"/>
                    </a:ext>
                  </a:extLst>
                </a:gridCol>
              </a:tblGrid>
              <a:tr h="457200">
                <a:tc>
                  <a:txBody>
                    <a:bodyPr/>
                    <a:lstStyle/>
                    <a:p>
                      <a:pPr algn="l" fontAlgn="base">
                        <a:lnSpc>
                          <a:spcPts val="2175"/>
                        </a:lnSpc>
                        <a:buNone/>
                      </a:pPr>
                      <a:r>
                        <a:rPr lang="en-GB" sz="1800" b="1" i="0" dirty="0">
                          <a:solidFill>
                            <a:srgbClr val="FFFFFF"/>
                          </a:solidFill>
                          <a:effectLst/>
                          <a:latin typeface="Times New Roman" panose="02020603050405020304" pitchFamily="18" charset="0"/>
                        </a:rPr>
                        <a:t>Expenses​</a:t>
                      </a:r>
                      <a:endParaRPr lang="en-GB" b="1" i="0" dirty="0">
                        <a:solidFill>
                          <a:srgbClr val="FFFFFF"/>
                        </a:solidFill>
                        <a:effectLst/>
                      </a:endParaRPr>
                    </a:p>
                  </a:txBody>
                  <a:tcPr>
                    <a:lnL w="11059" cap="flat" cmpd="sng" algn="ctr">
                      <a:solidFill>
                        <a:srgbClr val="FFFFFF"/>
                      </a:solidFill>
                      <a:prstDash val="solid"/>
                      <a:round/>
                      <a:headEnd type="none" w="med" len="med"/>
                      <a:tailEnd type="none" w="med" len="med"/>
                    </a:lnL>
                    <a:lnR w="11059" cap="flat" cmpd="sng" algn="ctr">
                      <a:solidFill>
                        <a:srgbClr val="FFFFFF"/>
                      </a:solidFill>
                      <a:prstDash val="solid"/>
                      <a:round/>
                      <a:headEnd type="none" w="med" len="med"/>
                      <a:tailEnd type="none" w="med" len="med"/>
                    </a:lnR>
                    <a:lnT w="11059" cap="flat" cmpd="sng" algn="ctr">
                      <a:solidFill>
                        <a:srgbClr val="FFFFFF"/>
                      </a:solidFill>
                      <a:prstDash val="solid"/>
                      <a:round/>
                      <a:headEnd type="none" w="med" len="med"/>
                      <a:tailEnd type="none" w="med" len="med"/>
                    </a:lnT>
                    <a:lnB w="33176" cap="flat" cmpd="sng" algn="ctr">
                      <a:solidFill>
                        <a:srgbClr val="FFFFFF"/>
                      </a:solidFill>
                      <a:prstDash val="solid"/>
                      <a:round/>
                      <a:headEnd type="none" w="med" len="med"/>
                      <a:tailEnd type="none" w="med" len="med"/>
                    </a:lnB>
                    <a:solidFill>
                      <a:srgbClr val="ED7D31"/>
                    </a:solidFill>
                  </a:tcPr>
                </a:tc>
                <a:tc>
                  <a:txBody>
                    <a:bodyPr/>
                    <a:lstStyle/>
                    <a:p>
                      <a:pPr algn="l" fontAlgn="base">
                        <a:lnSpc>
                          <a:spcPts val="2175"/>
                        </a:lnSpc>
                        <a:buNone/>
                      </a:pPr>
                      <a:r>
                        <a:rPr lang="en-GB" sz="1800" b="1" i="0" dirty="0">
                          <a:solidFill>
                            <a:srgbClr val="FFFFFF"/>
                          </a:solidFill>
                          <a:effectLst/>
                          <a:latin typeface="Times New Roman" panose="02020603050405020304" pitchFamily="18" charset="0"/>
                        </a:rPr>
                        <a:t>Expected Cost (BWP)​</a:t>
                      </a:r>
                      <a:endParaRPr lang="en-GB" b="1" i="0" dirty="0">
                        <a:solidFill>
                          <a:srgbClr val="FFFFFF"/>
                        </a:solidFill>
                        <a:effectLst/>
                      </a:endParaRPr>
                    </a:p>
                  </a:txBody>
                  <a:tcPr>
                    <a:lnL w="11059" cap="flat" cmpd="sng" algn="ctr">
                      <a:solidFill>
                        <a:srgbClr val="FFFFFF"/>
                      </a:solidFill>
                      <a:prstDash val="solid"/>
                      <a:round/>
                      <a:headEnd type="none" w="med" len="med"/>
                      <a:tailEnd type="none" w="med" len="med"/>
                    </a:lnL>
                    <a:lnR w="11059" cap="flat" cmpd="sng" algn="ctr">
                      <a:solidFill>
                        <a:srgbClr val="FFFFFF"/>
                      </a:solidFill>
                      <a:prstDash val="solid"/>
                      <a:round/>
                      <a:headEnd type="none" w="med" len="med"/>
                      <a:tailEnd type="none" w="med" len="med"/>
                    </a:lnR>
                    <a:lnT w="11059" cap="flat" cmpd="sng" algn="ctr">
                      <a:solidFill>
                        <a:srgbClr val="FFFFFF"/>
                      </a:solidFill>
                      <a:prstDash val="solid"/>
                      <a:round/>
                      <a:headEnd type="none" w="med" len="med"/>
                      <a:tailEnd type="none" w="med" len="med"/>
                    </a:lnT>
                    <a:lnB w="33176" cap="flat" cmpd="sng" algn="ctr">
                      <a:solidFill>
                        <a:srgbClr val="FFFFFF"/>
                      </a:solidFill>
                      <a:prstDash val="solid"/>
                      <a:round/>
                      <a:headEnd type="none" w="med" len="med"/>
                      <a:tailEnd type="none" w="med" len="med"/>
                    </a:lnB>
                    <a:solidFill>
                      <a:srgbClr val="ED7D31"/>
                    </a:solidFill>
                  </a:tcPr>
                </a:tc>
                <a:extLst>
                  <a:ext uri="{0D108BD9-81ED-4DB2-BD59-A6C34878D82A}">
                    <a16:rowId xmlns:a16="http://schemas.microsoft.com/office/drawing/2014/main" val="4193034705"/>
                  </a:ext>
                </a:extLst>
              </a:tr>
              <a:tr h="419100">
                <a:tc>
                  <a:txBody>
                    <a:bodyPr/>
                    <a:lstStyle/>
                    <a:p>
                      <a:pPr algn="l" fontAlgn="base">
                        <a:lnSpc>
                          <a:spcPts val="2175"/>
                        </a:lnSpc>
                        <a:buNone/>
                      </a:pPr>
                      <a:r>
                        <a:rPr lang="en-GB" sz="1800" b="0" i="0" dirty="0">
                          <a:solidFill>
                            <a:srgbClr val="000000"/>
                          </a:solidFill>
                          <a:effectLst/>
                          <a:latin typeface="Times New Roman" panose="02020603050405020304" pitchFamily="18" charset="0"/>
                        </a:rPr>
                        <a:t>Software Licences​</a:t>
                      </a:r>
                      <a:endParaRPr lang="en-GB" b="0" i="0" dirty="0">
                        <a:solidFill>
                          <a:srgbClr val="000000"/>
                        </a:solidFill>
                        <a:effectLst/>
                      </a:endParaRPr>
                    </a:p>
                  </a:txBody>
                  <a:tcPr>
                    <a:lnL w="11059" cap="flat" cmpd="sng" algn="ctr">
                      <a:solidFill>
                        <a:srgbClr val="FFFFFF"/>
                      </a:solidFill>
                      <a:prstDash val="solid"/>
                      <a:round/>
                      <a:headEnd type="none" w="med" len="med"/>
                      <a:tailEnd type="none" w="med" len="med"/>
                    </a:lnL>
                    <a:lnR w="11059" cap="flat" cmpd="sng" algn="ctr">
                      <a:solidFill>
                        <a:srgbClr val="FFFFFF"/>
                      </a:solidFill>
                      <a:prstDash val="solid"/>
                      <a:round/>
                      <a:headEnd type="none" w="med" len="med"/>
                      <a:tailEnd type="none" w="med" len="med"/>
                    </a:lnR>
                    <a:lnT w="33176" cap="flat" cmpd="sng" algn="ctr">
                      <a:solidFill>
                        <a:srgbClr val="FFFFFF"/>
                      </a:solidFill>
                      <a:prstDash val="solid"/>
                      <a:round/>
                      <a:headEnd type="none" w="med" len="med"/>
                      <a:tailEnd type="none" w="med" len="med"/>
                    </a:lnT>
                    <a:lnB w="11059" cap="flat" cmpd="sng" algn="ctr">
                      <a:solidFill>
                        <a:srgbClr val="FFFFFF"/>
                      </a:solidFill>
                      <a:prstDash val="solid"/>
                      <a:round/>
                      <a:headEnd type="none" w="med" len="med"/>
                      <a:tailEnd type="none" w="med" len="med"/>
                    </a:lnB>
                    <a:solidFill>
                      <a:srgbClr val="F8D7CD"/>
                    </a:solidFill>
                  </a:tcPr>
                </a:tc>
                <a:tc>
                  <a:txBody>
                    <a:bodyPr/>
                    <a:lstStyle/>
                    <a:p>
                      <a:pPr algn="l" fontAlgn="base">
                        <a:lnSpc>
                          <a:spcPts val="2175"/>
                        </a:lnSpc>
                        <a:buNone/>
                      </a:pPr>
                      <a:r>
                        <a:rPr lang="en-GB" sz="1800" b="0" i="0" dirty="0">
                          <a:solidFill>
                            <a:srgbClr val="000000"/>
                          </a:solidFill>
                          <a:effectLst/>
                          <a:latin typeface="Times New Roman" panose="02020603050405020304" pitchFamily="18" charset="0"/>
                        </a:rPr>
                        <a:t>1400​</a:t>
                      </a:r>
                      <a:endParaRPr lang="en-GB" b="0" i="0" dirty="0">
                        <a:solidFill>
                          <a:srgbClr val="000000"/>
                        </a:solidFill>
                        <a:effectLst/>
                      </a:endParaRPr>
                    </a:p>
                  </a:txBody>
                  <a:tcPr>
                    <a:lnL w="11059" cap="flat" cmpd="sng" algn="ctr">
                      <a:solidFill>
                        <a:srgbClr val="FFFFFF"/>
                      </a:solidFill>
                      <a:prstDash val="solid"/>
                      <a:round/>
                      <a:headEnd type="none" w="med" len="med"/>
                      <a:tailEnd type="none" w="med" len="med"/>
                    </a:lnL>
                    <a:lnR w="11059" cap="flat" cmpd="sng" algn="ctr">
                      <a:solidFill>
                        <a:srgbClr val="FFFFFF"/>
                      </a:solidFill>
                      <a:prstDash val="solid"/>
                      <a:round/>
                      <a:headEnd type="none" w="med" len="med"/>
                      <a:tailEnd type="none" w="med" len="med"/>
                    </a:lnR>
                    <a:lnT w="33176" cap="flat" cmpd="sng" algn="ctr">
                      <a:solidFill>
                        <a:srgbClr val="FFFFFF"/>
                      </a:solidFill>
                      <a:prstDash val="solid"/>
                      <a:round/>
                      <a:headEnd type="none" w="med" len="med"/>
                      <a:tailEnd type="none" w="med" len="med"/>
                    </a:lnT>
                    <a:lnB w="11059" cap="flat" cmpd="sng" algn="ctr">
                      <a:solidFill>
                        <a:srgbClr val="FFFFFF"/>
                      </a:solidFill>
                      <a:prstDash val="solid"/>
                      <a:round/>
                      <a:headEnd type="none" w="med" len="med"/>
                      <a:tailEnd type="none" w="med" len="med"/>
                    </a:lnB>
                    <a:solidFill>
                      <a:srgbClr val="F8D7CD"/>
                    </a:solidFill>
                  </a:tcPr>
                </a:tc>
                <a:extLst>
                  <a:ext uri="{0D108BD9-81ED-4DB2-BD59-A6C34878D82A}">
                    <a16:rowId xmlns:a16="http://schemas.microsoft.com/office/drawing/2014/main" val="2932542136"/>
                  </a:ext>
                </a:extLst>
              </a:tr>
              <a:tr h="419100">
                <a:tc>
                  <a:txBody>
                    <a:bodyPr/>
                    <a:lstStyle/>
                    <a:p>
                      <a:pPr algn="l" fontAlgn="base">
                        <a:lnSpc>
                          <a:spcPts val="2175"/>
                        </a:lnSpc>
                        <a:buNone/>
                      </a:pPr>
                      <a:r>
                        <a:rPr lang="en-GB" sz="1800" b="0" i="0">
                          <a:solidFill>
                            <a:srgbClr val="000000"/>
                          </a:solidFill>
                          <a:effectLst/>
                          <a:latin typeface="Times New Roman" panose="02020603050405020304" pitchFamily="18" charset="0"/>
                        </a:rPr>
                        <a:t>Unexpected Costs​</a:t>
                      </a:r>
                      <a:endParaRPr lang="en-GB" b="0" i="0">
                        <a:solidFill>
                          <a:srgbClr val="000000"/>
                        </a:solidFill>
                        <a:effectLst/>
                      </a:endParaRPr>
                    </a:p>
                  </a:txBody>
                  <a:tcPr>
                    <a:lnL w="11059" cap="flat" cmpd="sng" algn="ctr">
                      <a:solidFill>
                        <a:srgbClr val="FFFFFF"/>
                      </a:solidFill>
                      <a:prstDash val="solid"/>
                      <a:round/>
                      <a:headEnd type="none" w="med" len="med"/>
                      <a:tailEnd type="none" w="med" len="med"/>
                    </a:lnL>
                    <a:lnR w="11059" cap="flat" cmpd="sng" algn="ctr">
                      <a:solidFill>
                        <a:srgbClr val="FFFFFF"/>
                      </a:solidFill>
                      <a:prstDash val="solid"/>
                      <a:round/>
                      <a:headEnd type="none" w="med" len="med"/>
                      <a:tailEnd type="none" w="med" len="med"/>
                    </a:lnR>
                    <a:lnT w="11059" cap="flat" cmpd="sng" algn="ctr">
                      <a:solidFill>
                        <a:srgbClr val="FFFFFF"/>
                      </a:solidFill>
                      <a:prstDash val="solid"/>
                      <a:round/>
                      <a:headEnd type="none" w="med" len="med"/>
                      <a:tailEnd type="none" w="med" len="med"/>
                    </a:lnT>
                    <a:lnB w="11059" cap="flat" cmpd="sng" algn="ctr">
                      <a:solidFill>
                        <a:srgbClr val="FFFFFF"/>
                      </a:solidFill>
                      <a:prstDash val="solid"/>
                      <a:round/>
                      <a:headEnd type="none" w="med" len="med"/>
                      <a:tailEnd type="none" w="med" len="med"/>
                    </a:lnB>
                    <a:solidFill>
                      <a:srgbClr val="FCECE8"/>
                    </a:solidFill>
                  </a:tcPr>
                </a:tc>
                <a:tc>
                  <a:txBody>
                    <a:bodyPr/>
                    <a:lstStyle/>
                    <a:p>
                      <a:pPr algn="l" fontAlgn="base">
                        <a:lnSpc>
                          <a:spcPts val="2175"/>
                        </a:lnSpc>
                        <a:buNone/>
                      </a:pPr>
                      <a:r>
                        <a:rPr lang="en-GB" sz="1800" b="0" i="0">
                          <a:solidFill>
                            <a:srgbClr val="000000"/>
                          </a:solidFill>
                          <a:effectLst/>
                          <a:latin typeface="Times New Roman" panose="02020603050405020304" pitchFamily="18" charset="0"/>
                        </a:rPr>
                        <a:t>500​</a:t>
                      </a:r>
                      <a:endParaRPr lang="en-GB" b="0" i="0">
                        <a:solidFill>
                          <a:srgbClr val="000000"/>
                        </a:solidFill>
                        <a:effectLst/>
                      </a:endParaRPr>
                    </a:p>
                  </a:txBody>
                  <a:tcPr>
                    <a:lnL w="11059" cap="flat" cmpd="sng" algn="ctr">
                      <a:solidFill>
                        <a:srgbClr val="FFFFFF"/>
                      </a:solidFill>
                      <a:prstDash val="solid"/>
                      <a:round/>
                      <a:headEnd type="none" w="med" len="med"/>
                      <a:tailEnd type="none" w="med" len="med"/>
                    </a:lnL>
                    <a:lnR w="11059" cap="flat" cmpd="sng" algn="ctr">
                      <a:solidFill>
                        <a:srgbClr val="FFFFFF"/>
                      </a:solidFill>
                      <a:prstDash val="solid"/>
                      <a:round/>
                      <a:headEnd type="none" w="med" len="med"/>
                      <a:tailEnd type="none" w="med" len="med"/>
                    </a:lnR>
                    <a:lnT w="11059" cap="flat" cmpd="sng" algn="ctr">
                      <a:solidFill>
                        <a:srgbClr val="FFFFFF"/>
                      </a:solidFill>
                      <a:prstDash val="solid"/>
                      <a:round/>
                      <a:headEnd type="none" w="med" len="med"/>
                      <a:tailEnd type="none" w="med" len="med"/>
                    </a:lnT>
                    <a:lnB w="11059" cap="flat" cmpd="sng" algn="ctr">
                      <a:solidFill>
                        <a:srgbClr val="FFFFFF"/>
                      </a:solidFill>
                      <a:prstDash val="solid"/>
                      <a:round/>
                      <a:headEnd type="none" w="med" len="med"/>
                      <a:tailEnd type="none" w="med" len="med"/>
                    </a:lnB>
                    <a:solidFill>
                      <a:srgbClr val="FCECE8"/>
                    </a:solidFill>
                  </a:tcPr>
                </a:tc>
                <a:extLst>
                  <a:ext uri="{0D108BD9-81ED-4DB2-BD59-A6C34878D82A}">
                    <a16:rowId xmlns:a16="http://schemas.microsoft.com/office/drawing/2014/main" val="912089629"/>
                  </a:ext>
                </a:extLst>
              </a:tr>
              <a:tr h="419100">
                <a:tc>
                  <a:txBody>
                    <a:bodyPr/>
                    <a:lstStyle/>
                    <a:p>
                      <a:pPr algn="l" fontAlgn="base">
                        <a:lnSpc>
                          <a:spcPts val="2175"/>
                        </a:lnSpc>
                        <a:buNone/>
                      </a:pPr>
                      <a:r>
                        <a:rPr lang="en-GB" sz="1800" b="0" i="0">
                          <a:solidFill>
                            <a:srgbClr val="000000"/>
                          </a:solidFill>
                          <a:effectLst/>
                          <a:latin typeface="Times New Roman" panose="02020603050405020304" pitchFamily="18" charset="0"/>
                        </a:rPr>
                        <a:t>Total​</a:t>
                      </a:r>
                      <a:endParaRPr lang="en-GB" b="0" i="0">
                        <a:solidFill>
                          <a:srgbClr val="000000"/>
                        </a:solidFill>
                        <a:effectLst/>
                      </a:endParaRPr>
                    </a:p>
                  </a:txBody>
                  <a:tcPr>
                    <a:lnL w="11059" cap="flat" cmpd="sng" algn="ctr">
                      <a:solidFill>
                        <a:srgbClr val="FFFFFF"/>
                      </a:solidFill>
                      <a:prstDash val="solid"/>
                      <a:round/>
                      <a:headEnd type="none" w="med" len="med"/>
                      <a:tailEnd type="none" w="med" len="med"/>
                    </a:lnL>
                    <a:lnR w="11059" cap="flat" cmpd="sng" algn="ctr">
                      <a:solidFill>
                        <a:srgbClr val="FFFFFF"/>
                      </a:solidFill>
                      <a:prstDash val="solid"/>
                      <a:round/>
                      <a:headEnd type="none" w="med" len="med"/>
                      <a:tailEnd type="none" w="med" len="med"/>
                    </a:lnR>
                    <a:lnT w="11059" cap="flat" cmpd="sng" algn="ctr">
                      <a:solidFill>
                        <a:srgbClr val="FFFFFF"/>
                      </a:solidFill>
                      <a:prstDash val="solid"/>
                      <a:round/>
                      <a:headEnd type="none" w="med" len="med"/>
                      <a:tailEnd type="none" w="med" len="med"/>
                    </a:lnT>
                    <a:lnB w="11059" cap="flat" cmpd="sng" algn="ctr">
                      <a:solidFill>
                        <a:srgbClr val="FFFFFF"/>
                      </a:solidFill>
                      <a:prstDash val="solid"/>
                      <a:round/>
                      <a:headEnd type="none" w="med" len="med"/>
                      <a:tailEnd type="none" w="med" len="med"/>
                    </a:lnB>
                    <a:solidFill>
                      <a:srgbClr val="F8D7CD"/>
                    </a:solidFill>
                  </a:tcPr>
                </a:tc>
                <a:tc>
                  <a:txBody>
                    <a:bodyPr/>
                    <a:lstStyle/>
                    <a:p>
                      <a:pPr algn="l" fontAlgn="base">
                        <a:lnSpc>
                          <a:spcPts val="2175"/>
                        </a:lnSpc>
                        <a:buNone/>
                      </a:pPr>
                      <a:r>
                        <a:rPr lang="en-GB" sz="1800" b="0" i="0" dirty="0">
                          <a:solidFill>
                            <a:srgbClr val="000000"/>
                          </a:solidFill>
                          <a:effectLst/>
                          <a:latin typeface="Times New Roman" panose="02020603050405020304" pitchFamily="18" charset="0"/>
                        </a:rPr>
                        <a:t>1900​</a:t>
                      </a:r>
                      <a:endParaRPr lang="en-GB" b="0" i="0" dirty="0">
                        <a:solidFill>
                          <a:srgbClr val="000000"/>
                        </a:solidFill>
                        <a:effectLst/>
                      </a:endParaRPr>
                    </a:p>
                  </a:txBody>
                  <a:tcPr>
                    <a:lnL w="11059" cap="flat" cmpd="sng" algn="ctr">
                      <a:solidFill>
                        <a:srgbClr val="FFFFFF"/>
                      </a:solidFill>
                      <a:prstDash val="solid"/>
                      <a:round/>
                      <a:headEnd type="none" w="med" len="med"/>
                      <a:tailEnd type="none" w="med" len="med"/>
                    </a:lnL>
                    <a:lnR w="11059" cap="flat" cmpd="sng" algn="ctr">
                      <a:solidFill>
                        <a:srgbClr val="FFFFFF"/>
                      </a:solidFill>
                      <a:prstDash val="solid"/>
                      <a:round/>
                      <a:headEnd type="none" w="med" len="med"/>
                      <a:tailEnd type="none" w="med" len="med"/>
                    </a:lnR>
                    <a:lnT w="11059" cap="flat" cmpd="sng" algn="ctr">
                      <a:solidFill>
                        <a:srgbClr val="FFFFFF"/>
                      </a:solidFill>
                      <a:prstDash val="solid"/>
                      <a:round/>
                      <a:headEnd type="none" w="med" len="med"/>
                      <a:tailEnd type="none" w="med" len="med"/>
                    </a:lnT>
                    <a:lnB w="11059" cap="flat" cmpd="sng" algn="ctr">
                      <a:solidFill>
                        <a:srgbClr val="FFFFFF"/>
                      </a:solidFill>
                      <a:prstDash val="solid"/>
                      <a:round/>
                      <a:headEnd type="none" w="med" len="med"/>
                      <a:tailEnd type="none" w="med" len="med"/>
                    </a:lnB>
                    <a:solidFill>
                      <a:srgbClr val="F8D7CD"/>
                    </a:solidFill>
                  </a:tcPr>
                </a:tc>
                <a:extLst>
                  <a:ext uri="{0D108BD9-81ED-4DB2-BD59-A6C34878D82A}">
                    <a16:rowId xmlns:a16="http://schemas.microsoft.com/office/drawing/2014/main" val="2360797952"/>
                  </a:ext>
                </a:extLst>
              </a:tr>
            </a:tbl>
          </a:graphicData>
        </a:graphic>
      </p:graphicFrame>
      <p:sp>
        <p:nvSpPr>
          <p:cNvPr id="7" name="Rectangle 1">
            <a:extLst>
              <a:ext uri="{FF2B5EF4-FFF2-40B4-BE49-F238E27FC236}">
                <a16:creationId xmlns:a16="http://schemas.microsoft.com/office/drawing/2014/main" id="{B503A6C0-DF2F-7F48-2A0A-85CF2D8210B3}"/>
              </a:ext>
            </a:extLst>
          </p:cNvPr>
          <p:cNvSpPr>
            <a:spLocks noChangeArrowheads="1"/>
          </p:cNvSpPr>
          <p:nvPr/>
        </p:nvSpPr>
        <p:spPr bwMode="auto">
          <a:xfrm>
            <a:off x="1366838" y="3144838"/>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461832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A2CB5-BAC3-E478-6584-274440872E6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E567376-8F21-9312-9752-AD1427EE8CAD}"/>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a:solidFill>
                  <a:schemeClr val="bg1"/>
                </a:solidFill>
                <a:latin typeface="Trebuchet MS" pitchFamily="34" charset="0"/>
                <a:cs typeface="Trebuchet MS"/>
              </a:rPr>
              <a:t>10</a:t>
            </a:r>
          </a:p>
        </p:txBody>
      </p:sp>
      <p:sp>
        <p:nvSpPr>
          <p:cNvPr id="5" name="Title 1">
            <a:extLst>
              <a:ext uri="{FF2B5EF4-FFF2-40B4-BE49-F238E27FC236}">
                <a16:creationId xmlns:a16="http://schemas.microsoft.com/office/drawing/2014/main" id="{AEF7C251-75A4-53D7-3A52-DEEF5E85FBC0}"/>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dirty="0">
                <a:solidFill>
                  <a:prstClr val="white"/>
                </a:solidFill>
                <a:latin typeface="Times New Roman"/>
                <a:ea typeface="Tahoma"/>
                <a:cs typeface="Calibri"/>
              </a:rPr>
              <a:t>PROJECT TIMELINE</a:t>
            </a:r>
          </a:p>
        </p:txBody>
      </p:sp>
      <p:pic>
        <p:nvPicPr>
          <p:cNvPr id="6" name="Content Placeholder 4">
            <a:extLst>
              <a:ext uri="{FF2B5EF4-FFF2-40B4-BE49-F238E27FC236}">
                <a16:creationId xmlns:a16="http://schemas.microsoft.com/office/drawing/2014/main" id="{971A8471-6D83-16B9-934A-1C0F6F5CCFBE}"/>
              </a:ext>
            </a:extLst>
          </p:cNvPr>
          <p:cNvPicPr>
            <a:picLocks noGrp="1" noChangeAspect="1"/>
          </p:cNvPicPr>
          <p:nvPr>
            <p:ph idx="1"/>
          </p:nvPr>
        </p:nvPicPr>
        <p:blipFill>
          <a:blip r:embed="rId2"/>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8902A5C1-6F98-952E-75AB-2C9419EE42EA}"/>
              </a:ext>
            </a:extLst>
          </p:cNvPr>
          <p:cNvSpPr>
            <a:spLocks noGrp="1"/>
          </p:cNvSpPr>
          <p:nvPr>
            <p:ph type="sldNum" sz="quarter" idx="12"/>
          </p:nvPr>
        </p:nvSpPr>
        <p:spPr/>
        <p:txBody>
          <a:bodyPr/>
          <a:lstStyle/>
          <a:p>
            <a:fld id="{21004690-02AB-4EF8-9513-CB283ECF7991}" type="slidenum">
              <a:rPr lang="en-BW" smtClean="0"/>
              <a:t>12</a:t>
            </a:fld>
            <a:endParaRPr lang="en-BW"/>
          </a:p>
        </p:txBody>
      </p:sp>
      <p:pic>
        <p:nvPicPr>
          <p:cNvPr id="9" name="Picture 8">
            <a:extLst>
              <a:ext uri="{FF2B5EF4-FFF2-40B4-BE49-F238E27FC236}">
                <a16:creationId xmlns:a16="http://schemas.microsoft.com/office/drawing/2014/main" id="{9424D4DB-C976-080A-EFFE-D2D914162AE8}"/>
              </a:ext>
            </a:extLst>
          </p:cNvPr>
          <p:cNvPicPr>
            <a:picLocks noChangeAspect="1"/>
          </p:cNvPicPr>
          <p:nvPr/>
        </p:nvPicPr>
        <p:blipFill>
          <a:blip r:embed="rId3"/>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47887B91-2DED-931D-C3DA-3AFF8BF3E870}"/>
              </a:ext>
            </a:extLst>
          </p:cNvPr>
          <p:cNvPicPr>
            <a:picLocks noChangeAspect="1"/>
          </p:cNvPicPr>
          <p:nvPr/>
        </p:nvPicPr>
        <p:blipFill>
          <a:blip r:embed="rId4"/>
          <a:stretch>
            <a:fillRect/>
          </a:stretch>
        </p:blipFill>
        <p:spPr>
          <a:xfrm>
            <a:off x="0" y="6610277"/>
            <a:ext cx="9144000" cy="254891"/>
          </a:xfrm>
          <a:prstGeom prst="rect">
            <a:avLst/>
          </a:prstGeom>
        </p:spPr>
      </p:pic>
      <p:sp>
        <p:nvSpPr>
          <p:cNvPr id="7" name="Rectangle 1">
            <a:extLst>
              <a:ext uri="{FF2B5EF4-FFF2-40B4-BE49-F238E27FC236}">
                <a16:creationId xmlns:a16="http://schemas.microsoft.com/office/drawing/2014/main" id="{09618A13-BE57-0D30-AF79-8E8C0DF99C36}"/>
              </a:ext>
            </a:extLst>
          </p:cNvPr>
          <p:cNvSpPr>
            <a:spLocks noChangeArrowheads="1"/>
          </p:cNvSpPr>
          <p:nvPr/>
        </p:nvSpPr>
        <p:spPr bwMode="auto">
          <a:xfrm>
            <a:off x="1366838" y="3144838"/>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graphicFrame>
        <p:nvGraphicFramePr>
          <p:cNvPr id="11" name="Table 10">
            <a:extLst>
              <a:ext uri="{FF2B5EF4-FFF2-40B4-BE49-F238E27FC236}">
                <a16:creationId xmlns:a16="http://schemas.microsoft.com/office/drawing/2014/main" id="{D6C95174-BA45-4E74-49E2-7D89A7AB7730}"/>
              </a:ext>
            </a:extLst>
          </p:cNvPr>
          <p:cNvGraphicFramePr>
            <a:graphicFrameLocks noGrp="1"/>
          </p:cNvGraphicFramePr>
          <p:nvPr>
            <p:extLst>
              <p:ext uri="{D42A27DB-BD31-4B8C-83A1-F6EECF244321}">
                <p14:modId xmlns:p14="http://schemas.microsoft.com/office/powerpoint/2010/main" val="782505436"/>
              </p:ext>
            </p:extLst>
          </p:nvPr>
        </p:nvGraphicFramePr>
        <p:xfrm>
          <a:off x="947970" y="1872347"/>
          <a:ext cx="6450806" cy="2644787"/>
        </p:xfrm>
        <a:graphic>
          <a:graphicData uri="http://schemas.openxmlformats.org/drawingml/2006/table">
            <a:tbl>
              <a:tblPr>
                <a:tableStyleId>{5C22544A-7EE6-4342-B048-85BDC9FD1C3A}</a:tableStyleId>
              </a:tblPr>
              <a:tblGrid>
                <a:gridCol w="2868775">
                  <a:extLst>
                    <a:ext uri="{9D8B030D-6E8A-4147-A177-3AD203B41FA5}">
                      <a16:colId xmlns:a16="http://schemas.microsoft.com/office/drawing/2014/main" val="1041810454"/>
                    </a:ext>
                  </a:extLst>
                </a:gridCol>
                <a:gridCol w="945751">
                  <a:extLst>
                    <a:ext uri="{9D8B030D-6E8A-4147-A177-3AD203B41FA5}">
                      <a16:colId xmlns:a16="http://schemas.microsoft.com/office/drawing/2014/main" val="1751722332"/>
                    </a:ext>
                  </a:extLst>
                </a:gridCol>
                <a:gridCol w="945751">
                  <a:extLst>
                    <a:ext uri="{9D8B030D-6E8A-4147-A177-3AD203B41FA5}">
                      <a16:colId xmlns:a16="http://schemas.microsoft.com/office/drawing/2014/main" val="1753958543"/>
                    </a:ext>
                  </a:extLst>
                </a:gridCol>
                <a:gridCol w="933928">
                  <a:extLst>
                    <a:ext uri="{9D8B030D-6E8A-4147-A177-3AD203B41FA5}">
                      <a16:colId xmlns:a16="http://schemas.microsoft.com/office/drawing/2014/main" val="3921092492"/>
                    </a:ext>
                  </a:extLst>
                </a:gridCol>
                <a:gridCol w="756601">
                  <a:extLst>
                    <a:ext uri="{9D8B030D-6E8A-4147-A177-3AD203B41FA5}">
                      <a16:colId xmlns:a16="http://schemas.microsoft.com/office/drawing/2014/main" val="2499185130"/>
                    </a:ext>
                  </a:extLst>
                </a:gridCol>
              </a:tblGrid>
              <a:tr h="656875">
                <a:tc>
                  <a:txBody>
                    <a:bodyPr/>
                    <a:lstStyle/>
                    <a:p>
                      <a:pPr algn="l" fontAlgn="ctr">
                        <a:buNone/>
                      </a:pPr>
                      <a:r>
                        <a:rPr lang="en-US" sz="1100" u="none" strike="noStrike" dirty="0">
                          <a:effectLst/>
                        </a:rPr>
                        <a:t>Task</a:t>
                      </a:r>
                      <a:endParaRPr lang="en-US" sz="1100" b="0" i="0" u="none" strike="noStrike" dirty="0">
                        <a:solidFill>
                          <a:srgbClr val="000000"/>
                        </a:solidFill>
                        <a:effectLst/>
                        <a:latin typeface="Cambria" panose="02040503050406030204" pitchFamily="18" charset="0"/>
                      </a:endParaRPr>
                    </a:p>
                  </a:txBody>
                  <a:tcPr marL="9525" marR="9525" marT="9525" marB="0" anchor="ctr"/>
                </a:tc>
                <a:tc>
                  <a:txBody>
                    <a:bodyPr/>
                    <a:lstStyle/>
                    <a:p>
                      <a:pPr algn="l" fontAlgn="ctr">
                        <a:buNone/>
                      </a:pPr>
                      <a:r>
                        <a:rPr lang="en-US" sz="1100" u="none" strike="noStrike">
                          <a:effectLst/>
                        </a:rPr>
                        <a:t>Start Week</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l" fontAlgn="ctr">
                        <a:buNone/>
                      </a:pPr>
                      <a:r>
                        <a:rPr lang="en-US" sz="1100" u="none" strike="noStrike">
                          <a:effectLst/>
                        </a:rPr>
                        <a:t>Weeks Needed</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l" fontAlgn="ctr">
                        <a:buNone/>
                      </a:pPr>
                      <a:r>
                        <a:rPr lang="en-US" sz="1100" u="none" strike="noStrike">
                          <a:effectLst/>
                        </a:rPr>
                        <a:t>End Week</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l" fontAlgn="ctr">
                        <a:buNone/>
                      </a:pPr>
                      <a:r>
                        <a:rPr lang="en-US" sz="1100" u="none" strike="noStrike" dirty="0">
                          <a:effectLst/>
                        </a:rPr>
                        <a:t>Duration</a:t>
                      </a:r>
                      <a:endParaRPr lang="en-US" sz="1100" b="0" i="0" u="none" strike="noStrike" dirty="0">
                        <a:solidFill>
                          <a:srgbClr val="000000"/>
                        </a:solidFill>
                        <a:effectLst/>
                        <a:latin typeface="Cambria" panose="02040503050406030204" pitchFamily="18" charset="0"/>
                      </a:endParaRPr>
                    </a:p>
                  </a:txBody>
                  <a:tcPr marL="9525" marR="9525" marT="9525" marB="0" anchor="ctr"/>
                </a:tc>
                <a:extLst>
                  <a:ext uri="{0D108BD9-81ED-4DB2-BD59-A6C34878D82A}">
                    <a16:rowId xmlns:a16="http://schemas.microsoft.com/office/drawing/2014/main" val="2473068415"/>
                  </a:ext>
                </a:extLst>
              </a:tr>
              <a:tr h="345724">
                <a:tc>
                  <a:txBody>
                    <a:bodyPr/>
                    <a:lstStyle/>
                    <a:p>
                      <a:pPr algn="l" fontAlgn="ctr">
                        <a:buNone/>
                      </a:pPr>
                      <a:r>
                        <a:rPr lang="en-US" sz="1100" u="none" strike="noStrike">
                          <a:effectLst/>
                        </a:rPr>
                        <a:t>Project Idea &amp; Documentation</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ctr">
                        <a:buNone/>
                      </a:pPr>
                      <a:r>
                        <a:rPr lang="en-US" sz="1100" u="none" strike="noStrike">
                          <a:effectLst/>
                        </a:rPr>
                        <a:t>1</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ctr">
                        <a:buNone/>
                      </a:pPr>
                      <a:r>
                        <a:rPr lang="en-US" sz="1100" u="none" strike="noStrike">
                          <a:effectLst/>
                        </a:rPr>
                        <a:t>5</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ctr">
                        <a:buNone/>
                      </a:pPr>
                      <a:r>
                        <a:rPr lang="en-US" sz="1100" u="none" strike="noStrike">
                          <a:effectLst/>
                        </a:rPr>
                        <a:t>5</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b">
                        <a:buNone/>
                      </a:pPr>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03319674"/>
                  </a:ext>
                </a:extLst>
              </a:tr>
              <a:tr h="950740">
                <a:tc>
                  <a:txBody>
                    <a:bodyPr/>
                    <a:lstStyle/>
                    <a:p>
                      <a:pPr algn="l" fontAlgn="ctr">
                        <a:buNone/>
                      </a:pPr>
                      <a:r>
                        <a:rPr lang="en-US" sz="1100" u="none" strike="noStrike">
                          <a:effectLst/>
                        </a:rPr>
                        <a:t>System Requirements &amp; Components</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ctr">
                        <a:buNone/>
                      </a:pPr>
                      <a:r>
                        <a:rPr lang="en-US" sz="1100" u="none" strike="noStrike">
                          <a:effectLst/>
                        </a:rPr>
                        <a:t>4</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ctr">
                        <a:buNone/>
                      </a:pPr>
                      <a:r>
                        <a:rPr lang="en-US" sz="1100" u="none" strike="noStrike">
                          <a:effectLst/>
                        </a:rPr>
                        <a:t>2</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ctr">
                        <a:buNone/>
                      </a:pPr>
                      <a:r>
                        <a:rPr lang="en-US" sz="1100" u="none" strike="noStrike">
                          <a:effectLst/>
                        </a:rPr>
                        <a:t>5</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b">
                        <a:buNone/>
                      </a:pPr>
                      <a:r>
                        <a:rPr lang="en-US" sz="1100" u="none" strike="noStrike">
                          <a:effectLst/>
                        </a:rPr>
                        <a:t>1</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668436645"/>
                  </a:ext>
                </a:extLst>
              </a:tr>
              <a:tr h="345724">
                <a:tc>
                  <a:txBody>
                    <a:bodyPr/>
                    <a:lstStyle/>
                    <a:p>
                      <a:pPr algn="l" fontAlgn="ctr">
                        <a:buNone/>
                      </a:pPr>
                      <a:r>
                        <a:rPr lang="en-US" sz="1100" u="none" strike="noStrike">
                          <a:effectLst/>
                        </a:rPr>
                        <a:t>Project Proposal Presentation</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ctr">
                        <a:buNone/>
                      </a:pPr>
                      <a:r>
                        <a:rPr lang="en-US" sz="1100" u="none" strike="noStrike">
                          <a:effectLst/>
                        </a:rPr>
                        <a:t>5</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ctr">
                        <a:buNone/>
                      </a:pPr>
                      <a:r>
                        <a:rPr lang="en-US" sz="1100" u="none" strike="noStrike" dirty="0">
                          <a:effectLst/>
                        </a:rPr>
                        <a:t>1</a:t>
                      </a:r>
                      <a:endParaRPr lang="en-US" sz="1100" b="0" i="0" u="none" strike="noStrike" dirty="0">
                        <a:solidFill>
                          <a:srgbClr val="000000"/>
                        </a:solidFill>
                        <a:effectLst/>
                        <a:latin typeface="Cambria" panose="02040503050406030204" pitchFamily="18" charset="0"/>
                      </a:endParaRPr>
                    </a:p>
                  </a:txBody>
                  <a:tcPr marL="9525" marR="9525" marT="9525" marB="0" anchor="ctr"/>
                </a:tc>
                <a:tc>
                  <a:txBody>
                    <a:bodyPr/>
                    <a:lstStyle/>
                    <a:p>
                      <a:pPr algn="r" fontAlgn="ctr">
                        <a:buNone/>
                      </a:pPr>
                      <a:r>
                        <a:rPr lang="en-US" sz="1100" u="none" strike="noStrike">
                          <a:effectLst/>
                        </a:rPr>
                        <a:t>6</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b">
                        <a:buNone/>
                      </a:pPr>
                      <a:r>
                        <a:rPr lang="en-US" sz="1100" u="none" strike="noStrike">
                          <a:effectLst/>
                        </a:rPr>
                        <a:t>1</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26313363"/>
                  </a:ext>
                </a:extLst>
              </a:tr>
              <a:tr h="345724">
                <a:tc>
                  <a:txBody>
                    <a:bodyPr/>
                    <a:lstStyle/>
                    <a:p>
                      <a:pPr algn="l" fontAlgn="ctr">
                        <a:buNone/>
                      </a:pPr>
                      <a:r>
                        <a:rPr lang="en-US" sz="1100" u="none" strike="noStrike">
                          <a:effectLst/>
                        </a:rPr>
                        <a:t>Circuit Design &amp; Simulations</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ctr">
                        <a:buNone/>
                      </a:pPr>
                      <a:r>
                        <a:rPr lang="en-US" sz="1100" u="none" strike="noStrike">
                          <a:effectLst/>
                        </a:rPr>
                        <a:t>6</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ctr">
                        <a:buNone/>
                      </a:pPr>
                      <a:r>
                        <a:rPr lang="en-US" sz="1100" u="none" strike="noStrike">
                          <a:effectLst/>
                        </a:rPr>
                        <a:t>5</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ctr">
                        <a:buNone/>
                      </a:pPr>
                      <a:r>
                        <a:rPr lang="en-US" sz="1100" u="none" strike="noStrike">
                          <a:effectLst/>
                        </a:rPr>
                        <a:t>12</a:t>
                      </a:r>
                      <a:endParaRPr lang="en-US" sz="1100" b="0" i="0" u="none" strike="noStrike">
                        <a:solidFill>
                          <a:srgbClr val="000000"/>
                        </a:solidFill>
                        <a:effectLst/>
                        <a:latin typeface="Cambria" panose="02040503050406030204" pitchFamily="18" charset="0"/>
                      </a:endParaRPr>
                    </a:p>
                  </a:txBody>
                  <a:tcPr marL="9525" marR="9525" marT="9525" marB="0" anchor="ctr"/>
                </a:tc>
                <a:tc>
                  <a:txBody>
                    <a:bodyPr/>
                    <a:lstStyle/>
                    <a:p>
                      <a:pPr algn="r" fontAlgn="b">
                        <a:buNone/>
                      </a:pPr>
                      <a:r>
                        <a:rPr lang="en-US" sz="1100" u="none" strike="noStrike" dirty="0">
                          <a:effectLst/>
                        </a:rPr>
                        <a:t>6</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82070627"/>
                  </a:ext>
                </a:extLst>
              </a:tr>
            </a:tbl>
          </a:graphicData>
        </a:graphic>
      </p:graphicFrame>
    </p:spTree>
    <p:extLst>
      <p:ext uri="{BB962C8B-B14F-4D97-AF65-F5344CB8AC3E}">
        <p14:creationId xmlns:p14="http://schemas.microsoft.com/office/powerpoint/2010/main" val="36826955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FFA09-3C20-0E32-2225-CC25E8B0F06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7DA58F8-0D7D-9118-2981-1924CE2A50BC}"/>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a:solidFill>
                  <a:schemeClr val="bg1"/>
                </a:solidFill>
                <a:latin typeface="Trebuchet MS" pitchFamily="34" charset="0"/>
                <a:cs typeface="Trebuchet MS"/>
              </a:rPr>
              <a:t>10</a:t>
            </a:r>
          </a:p>
        </p:txBody>
      </p:sp>
      <p:sp>
        <p:nvSpPr>
          <p:cNvPr id="5" name="Title 1">
            <a:extLst>
              <a:ext uri="{FF2B5EF4-FFF2-40B4-BE49-F238E27FC236}">
                <a16:creationId xmlns:a16="http://schemas.microsoft.com/office/drawing/2014/main" id="{5BEE8642-7CB8-AB89-0296-12CFB3202D1A}"/>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dirty="0">
                <a:solidFill>
                  <a:prstClr val="white"/>
                </a:solidFill>
                <a:latin typeface="Times New Roman"/>
                <a:ea typeface="Tahoma"/>
                <a:cs typeface="Calibri"/>
              </a:rPr>
              <a:t>PROJECT GANN CHART</a:t>
            </a:r>
          </a:p>
        </p:txBody>
      </p:sp>
      <p:pic>
        <p:nvPicPr>
          <p:cNvPr id="6" name="Content Placeholder 4">
            <a:extLst>
              <a:ext uri="{FF2B5EF4-FFF2-40B4-BE49-F238E27FC236}">
                <a16:creationId xmlns:a16="http://schemas.microsoft.com/office/drawing/2014/main" id="{A485FDE9-22FF-0882-E4B9-92BDD500A7BA}"/>
              </a:ext>
            </a:extLst>
          </p:cNvPr>
          <p:cNvPicPr>
            <a:picLocks noGrp="1" noChangeAspect="1"/>
          </p:cNvPicPr>
          <p:nvPr>
            <p:ph idx="1"/>
          </p:nvPr>
        </p:nvPicPr>
        <p:blipFill>
          <a:blip r:embed="rId2"/>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307AFF86-8862-3801-3881-65D723627137}"/>
              </a:ext>
            </a:extLst>
          </p:cNvPr>
          <p:cNvSpPr>
            <a:spLocks noGrp="1"/>
          </p:cNvSpPr>
          <p:nvPr>
            <p:ph type="sldNum" sz="quarter" idx="12"/>
          </p:nvPr>
        </p:nvSpPr>
        <p:spPr/>
        <p:txBody>
          <a:bodyPr/>
          <a:lstStyle/>
          <a:p>
            <a:fld id="{21004690-02AB-4EF8-9513-CB283ECF7991}" type="slidenum">
              <a:rPr lang="en-BW" smtClean="0"/>
              <a:t>13</a:t>
            </a:fld>
            <a:endParaRPr lang="en-BW"/>
          </a:p>
        </p:txBody>
      </p:sp>
      <p:pic>
        <p:nvPicPr>
          <p:cNvPr id="9" name="Picture 8">
            <a:extLst>
              <a:ext uri="{FF2B5EF4-FFF2-40B4-BE49-F238E27FC236}">
                <a16:creationId xmlns:a16="http://schemas.microsoft.com/office/drawing/2014/main" id="{D4EA0043-7D79-8020-DF41-9F75C305A16B}"/>
              </a:ext>
            </a:extLst>
          </p:cNvPr>
          <p:cNvPicPr>
            <a:picLocks noChangeAspect="1"/>
          </p:cNvPicPr>
          <p:nvPr/>
        </p:nvPicPr>
        <p:blipFill>
          <a:blip r:embed="rId3"/>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FCFE2C1D-FD5A-A19F-3983-0A05613065D4}"/>
              </a:ext>
            </a:extLst>
          </p:cNvPr>
          <p:cNvPicPr>
            <a:picLocks noChangeAspect="1"/>
          </p:cNvPicPr>
          <p:nvPr/>
        </p:nvPicPr>
        <p:blipFill>
          <a:blip r:embed="rId4"/>
          <a:stretch>
            <a:fillRect/>
          </a:stretch>
        </p:blipFill>
        <p:spPr>
          <a:xfrm>
            <a:off x="0" y="6610277"/>
            <a:ext cx="9144000" cy="254891"/>
          </a:xfrm>
          <a:prstGeom prst="rect">
            <a:avLst/>
          </a:prstGeom>
        </p:spPr>
      </p:pic>
      <p:sp>
        <p:nvSpPr>
          <p:cNvPr id="7" name="Rectangle 1">
            <a:extLst>
              <a:ext uri="{FF2B5EF4-FFF2-40B4-BE49-F238E27FC236}">
                <a16:creationId xmlns:a16="http://schemas.microsoft.com/office/drawing/2014/main" id="{02B7F759-9B4D-2D18-CF10-FF731801988A}"/>
              </a:ext>
            </a:extLst>
          </p:cNvPr>
          <p:cNvSpPr>
            <a:spLocks noChangeArrowheads="1"/>
          </p:cNvSpPr>
          <p:nvPr/>
        </p:nvSpPr>
        <p:spPr bwMode="auto">
          <a:xfrm>
            <a:off x="1366838" y="3144838"/>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graphicFrame>
        <p:nvGraphicFramePr>
          <p:cNvPr id="8" name="Chart 7">
            <a:extLst>
              <a:ext uri="{FF2B5EF4-FFF2-40B4-BE49-F238E27FC236}">
                <a16:creationId xmlns:a16="http://schemas.microsoft.com/office/drawing/2014/main" id="{7FAE0522-8639-CF4D-210E-F7DA6B0E0A1B}"/>
              </a:ext>
            </a:extLst>
          </p:cNvPr>
          <p:cNvGraphicFramePr>
            <a:graphicFrameLocks/>
          </p:cNvGraphicFramePr>
          <p:nvPr>
            <p:extLst>
              <p:ext uri="{D42A27DB-BD31-4B8C-83A1-F6EECF244321}">
                <p14:modId xmlns:p14="http://schemas.microsoft.com/office/powerpoint/2010/main" val="4006888855"/>
              </p:ext>
            </p:extLst>
          </p:nvPr>
        </p:nvGraphicFramePr>
        <p:xfrm>
          <a:off x="778668" y="1185966"/>
          <a:ext cx="7481656" cy="5026693"/>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2785342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105FE41-45BA-42E3-AA3A-A249960B4A7A}"/>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dirty="0">
                <a:solidFill>
                  <a:schemeClr val="bg1"/>
                </a:solidFill>
                <a:latin typeface="Trebuchet MS"/>
                <a:cs typeface="Trebuchet MS"/>
              </a:rPr>
              <a:t>11</a:t>
            </a:r>
            <a:endParaRPr lang="en-US" sz="1800" b="1" dirty="0">
              <a:solidFill>
                <a:schemeClr val="bg1"/>
              </a:solidFill>
              <a:latin typeface="Trebuchet MS" pitchFamily="34" charset="0"/>
              <a:cs typeface="Trebuchet MS"/>
            </a:endParaRPr>
          </a:p>
        </p:txBody>
      </p:sp>
      <p:sp>
        <p:nvSpPr>
          <p:cNvPr id="5" name="Title 1">
            <a:extLst>
              <a:ext uri="{FF2B5EF4-FFF2-40B4-BE49-F238E27FC236}">
                <a16:creationId xmlns:a16="http://schemas.microsoft.com/office/drawing/2014/main" id="{17F7E505-0100-4345-9331-71947F51E078}"/>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dirty="0">
                <a:solidFill>
                  <a:prstClr val="white"/>
                </a:solidFill>
                <a:latin typeface="Times New Roman"/>
                <a:ea typeface="Tahoma"/>
                <a:cs typeface="Times New Roman"/>
              </a:rPr>
              <a:t>BIBLIOGRAPHY</a:t>
            </a:r>
          </a:p>
        </p:txBody>
      </p:sp>
      <p:pic>
        <p:nvPicPr>
          <p:cNvPr id="6" name="Content Placeholder 4">
            <a:extLst>
              <a:ext uri="{FF2B5EF4-FFF2-40B4-BE49-F238E27FC236}">
                <a16:creationId xmlns:a16="http://schemas.microsoft.com/office/drawing/2014/main" id="{667E52B0-43C0-47F9-A182-2FDFC0DF032F}"/>
              </a:ext>
            </a:extLst>
          </p:cNvPr>
          <p:cNvPicPr>
            <a:picLocks noGrp="1" noChangeAspect="1"/>
          </p:cNvPicPr>
          <p:nvPr>
            <p:ph idx="1"/>
          </p:nvPr>
        </p:nvPicPr>
        <p:blipFill>
          <a:blip r:embed="rId2"/>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1CFFEBC9-B6BC-44C2-9745-2FB41E7BD734}"/>
              </a:ext>
            </a:extLst>
          </p:cNvPr>
          <p:cNvSpPr>
            <a:spLocks noGrp="1"/>
          </p:cNvSpPr>
          <p:nvPr>
            <p:ph type="sldNum" sz="quarter" idx="12"/>
          </p:nvPr>
        </p:nvSpPr>
        <p:spPr/>
        <p:txBody>
          <a:bodyPr/>
          <a:lstStyle/>
          <a:p>
            <a:fld id="{21004690-02AB-4EF8-9513-CB283ECF7991}" type="slidenum">
              <a:rPr lang="en-BW" smtClean="0"/>
              <a:t>14</a:t>
            </a:fld>
            <a:endParaRPr lang="en-BW"/>
          </a:p>
        </p:txBody>
      </p:sp>
      <p:pic>
        <p:nvPicPr>
          <p:cNvPr id="9" name="Picture 8">
            <a:extLst>
              <a:ext uri="{FF2B5EF4-FFF2-40B4-BE49-F238E27FC236}">
                <a16:creationId xmlns:a16="http://schemas.microsoft.com/office/drawing/2014/main" id="{947B2903-AAB5-414C-B9C8-B572D18C4C6F}"/>
              </a:ext>
            </a:extLst>
          </p:cNvPr>
          <p:cNvPicPr>
            <a:picLocks noChangeAspect="1"/>
          </p:cNvPicPr>
          <p:nvPr/>
        </p:nvPicPr>
        <p:blipFill>
          <a:blip r:embed="rId3"/>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EF622AFB-0189-4829-89E4-6A72EA93778B}"/>
              </a:ext>
            </a:extLst>
          </p:cNvPr>
          <p:cNvPicPr>
            <a:picLocks noChangeAspect="1"/>
          </p:cNvPicPr>
          <p:nvPr/>
        </p:nvPicPr>
        <p:blipFill>
          <a:blip r:embed="rId4"/>
          <a:stretch>
            <a:fillRect/>
          </a:stretch>
        </p:blipFill>
        <p:spPr>
          <a:xfrm>
            <a:off x="0" y="6610277"/>
            <a:ext cx="9144000" cy="254891"/>
          </a:xfrm>
          <a:prstGeom prst="rect">
            <a:avLst/>
          </a:prstGeom>
        </p:spPr>
      </p:pic>
      <p:sp>
        <p:nvSpPr>
          <p:cNvPr id="7" name="TextBox 6">
            <a:extLst>
              <a:ext uri="{FF2B5EF4-FFF2-40B4-BE49-F238E27FC236}">
                <a16:creationId xmlns:a16="http://schemas.microsoft.com/office/drawing/2014/main" id="{6A892E04-F997-51E7-FCC2-20E3DE0630D1}"/>
              </a:ext>
            </a:extLst>
          </p:cNvPr>
          <p:cNvSpPr txBox="1"/>
          <p:nvPr/>
        </p:nvSpPr>
        <p:spPr>
          <a:xfrm>
            <a:off x="1006001" y="1447391"/>
            <a:ext cx="7763095" cy="2080698"/>
          </a:xfrm>
          <a:prstGeom prst="rect">
            <a:avLst/>
          </a:prstGeom>
          <a:noFill/>
        </p:spPr>
        <p:txBody>
          <a:bodyPr wrap="square">
            <a:spAutoFit/>
          </a:bodyPr>
          <a:lstStyle/>
          <a:p>
            <a:pPr marL="342900" marR="0" lvl="0" indent="-342900">
              <a:lnSpc>
                <a:spcPct val="115000"/>
              </a:lnSpc>
              <a:spcAft>
                <a:spcPts val="800"/>
              </a:spcAft>
              <a:buFont typeface="+mj-lt"/>
              <a:buAutoNum type="arabicPeriod"/>
            </a:pPr>
            <a:r>
              <a:rPr lang="en-US" sz="1800" kern="100" dirty="0">
                <a:effectLst/>
                <a:latin typeface="Times New Roman" panose="02020603050405020304" pitchFamily="18" charset="0"/>
                <a:ea typeface="Aptos" panose="020B0004020202020204" pitchFamily="34" charset="0"/>
              </a:rPr>
              <a:t>U.S. Department of Transportation, Federal Highway Administration, </a:t>
            </a:r>
            <a:r>
              <a:rPr lang="en-US" sz="1800" i="1" kern="100" dirty="0">
                <a:effectLst/>
                <a:latin typeface="Times New Roman" panose="02020603050405020304" pitchFamily="18" charset="0"/>
                <a:ea typeface="Aptos" panose="020B0004020202020204" pitchFamily="34" charset="0"/>
              </a:rPr>
              <a:t>Traffic Signal Timing Manual: Chapter 1 – Introduction</a:t>
            </a:r>
            <a:r>
              <a:rPr lang="en-US" sz="1800" kern="100" dirty="0">
                <a:effectLst/>
                <a:latin typeface="Times New Roman" panose="02020603050405020304" pitchFamily="18" charset="0"/>
                <a:ea typeface="Aptos" panose="020B0004020202020204" pitchFamily="34" charset="0"/>
              </a:rPr>
              <a:t>, FHWA-HOP-08-024, 2008. [Online]. Available: </a:t>
            </a:r>
            <a:r>
              <a:rPr lang="en-US" sz="1800" u="sng" kern="100" dirty="0">
                <a:solidFill>
                  <a:srgbClr val="0000FF"/>
                </a:solidFill>
                <a:effectLst/>
                <a:latin typeface="Times New Roman" panose="02020603050405020304" pitchFamily="18" charset="0"/>
                <a:ea typeface="Aptos" panose="020B0004020202020204" pitchFamily="34" charset="0"/>
                <a:hlinkClick r:id="rId5"/>
              </a:rPr>
              <a:t>https://ops.fhwa.dot.gov/publications/fhwahop08024/chapter1.htm</a:t>
            </a:r>
            <a:r>
              <a:rPr lang="en-US" sz="1800" kern="100" dirty="0">
                <a:effectLst/>
                <a:latin typeface="Times New Roman" panose="02020603050405020304" pitchFamily="18" charset="0"/>
                <a:ea typeface="Aptos" panose="020B0004020202020204" pitchFamily="34" charset="0"/>
              </a:rPr>
              <a:t>. [Accessed: Sep. 16, 2025].</a:t>
            </a:r>
          </a:p>
          <a:p>
            <a:pPr marL="342900" marR="0" lvl="0" indent="-342900">
              <a:lnSpc>
                <a:spcPct val="115000"/>
              </a:lnSpc>
              <a:spcAft>
                <a:spcPts val="800"/>
              </a:spcAft>
              <a:buFont typeface="+mj-lt"/>
              <a:buAutoNum type="arabicPeriod"/>
            </a:pPr>
            <a:endParaRPr lang="en-US" sz="1800" kern="100" dirty="0">
              <a:effectLst/>
              <a:latin typeface="Times New Roman" panose="02020603050405020304" pitchFamily="18" charset="0"/>
              <a:ea typeface="Aptos" panose="020B0004020202020204" pitchFamily="34" charset="0"/>
            </a:endParaRPr>
          </a:p>
        </p:txBody>
      </p:sp>
    </p:spTree>
    <p:extLst>
      <p:ext uri="{BB962C8B-B14F-4D97-AF65-F5344CB8AC3E}">
        <p14:creationId xmlns:p14="http://schemas.microsoft.com/office/powerpoint/2010/main" val="31678110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3F1CE-7AD0-FAEF-C4E7-240C03C04C2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F60A83B-D1D1-1791-3605-40740BDE1AAB}"/>
              </a:ext>
            </a:extLst>
          </p:cNvPr>
          <p:cNvSpPr txBox="1">
            <a:spLocks/>
          </p:cNvSpPr>
          <p:nvPr/>
        </p:nvSpPr>
        <p:spPr>
          <a:xfrm>
            <a:off x="83722" y="93892"/>
            <a:ext cx="694946" cy="673488"/>
          </a:xfrm>
          <a:prstGeom prst="rect">
            <a:avLst/>
          </a:prstGeom>
          <a:solidFill>
            <a:srgbClr val="00B0F0"/>
          </a:solidFill>
          <a:ln>
            <a:solidFill>
              <a:schemeClr val="accent5">
                <a:lumMod val="75000"/>
              </a:schemeClr>
            </a:solid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1800" b="1">
                <a:solidFill>
                  <a:schemeClr val="bg1"/>
                </a:solidFill>
                <a:latin typeface="Trebuchet MS"/>
                <a:cs typeface="Trebuchet MS"/>
              </a:rPr>
              <a:t>12</a:t>
            </a:r>
            <a:endParaRPr lang="en-US" sz="1800" b="1">
              <a:solidFill>
                <a:schemeClr val="bg1"/>
              </a:solidFill>
              <a:latin typeface="Trebuchet MS" pitchFamily="34" charset="0"/>
              <a:cs typeface="Trebuchet MS"/>
            </a:endParaRPr>
          </a:p>
        </p:txBody>
      </p:sp>
      <p:sp>
        <p:nvSpPr>
          <p:cNvPr id="5" name="Title 1">
            <a:extLst>
              <a:ext uri="{FF2B5EF4-FFF2-40B4-BE49-F238E27FC236}">
                <a16:creationId xmlns:a16="http://schemas.microsoft.com/office/drawing/2014/main" id="{381E17E5-B67A-FCF1-18DC-254BCEF6654A}"/>
              </a:ext>
            </a:extLst>
          </p:cNvPr>
          <p:cNvSpPr txBox="1">
            <a:spLocks/>
          </p:cNvSpPr>
          <p:nvPr/>
        </p:nvSpPr>
        <p:spPr>
          <a:xfrm>
            <a:off x="947970" y="136524"/>
            <a:ext cx="6450806" cy="678857"/>
          </a:xfrm>
          <a:prstGeom prst="rect">
            <a:avLst/>
          </a:prstGeom>
          <a:solidFill>
            <a:srgbClr val="FB823F"/>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1">
            <a:schemeClr val="accent6"/>
          </a:lnRef>
          <a:fillRef idx="3">
            <a:schemeClr val="accent6"/>
          </a:fillRef>
          <a:effectRef idx="2">
            <a:schemeClr val="accent6"/>
          </a:effectRef>
          <a:fontRef idx="minor">
            <a:schemeClr val="lt1"/>
          </a:fontRef>
        </p:style>
        <p:txBody>
          <a:bodyPr vert="horz" lIns="68580" tIns="34290" rIns="68580" bIns="34290" rtlCol="0" anchor="ctr">
            <a:normAutofit/>
          </a:bodyPr>
          <a:lstStyle>
            <a:lvl1pPr algn="ctr" defTabSz="457200" rtl="0" eaLnBrk="1" latinLnBrk="0" hangingPunct="1">
              <a:spcBef>
                <a:spcPct val="0"/>
              </a:spcBef>
              <a:buNone/>
              <a:defRPr sz="4400" kern="120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r>
              <a:rPr lang="en-US" sz="2100" b="1" dirty="0">
                <a:solidFill>
                  <a:prstClr val="white"/>
                </a:solidFill>
                <a:latin typeface="Times New Roman"/>
                <a:ea typeface="Tahoma"/>
                <a:cs typeface="Times New Roman"/>
              </a:rPr>
              <a:t>THANK YOU</a:t>
            </a:r>
          </a:p>
        </p:txBody>
      </p:sp>
      <p:pic>
        <p:nvPicPr>
          <p:cNvPr id="6" name="Content Placeholder 4">
            <a:extLst>
              <a:ext uri="{FF2B5EF4-FFF2-40B4-BE49-F238E27FC236}">
                <a16:creationId xmlns:a16="http://schemas.microsoft.com/office/drawing/2014/main" id="{7FB7AAA0-AC16-C509-FC79-AAED2E405474}"/>
              </a:ext>
            </a:extLst>
          </p:cNvPr>
          <p:cNvPicPr>
            <a:picLocks noGrp="1" noChangeAspect="1"/>
          </p:cNvPicPr>
          <p:nvPr>
            <p:ph idx="1"/>
          </p:nvPr>
        </p:nvPicPr>
        <p:blipFill>
          <a:blip r:embed="rId2"/>
          <a:stretch>
            <a:fillRect/>
          </a:stretch>
        </p:blipFill>
        <p:spPr>
          <a:xfrm>
            <a:off x="7543110" y="136524"/>
            <a:ext cx="1536000" cy="678857"/>
          </a:xfrm>
          <a:prstGeom prst="rect">
            <a:avLst/>
          </a:prstGeom>
        </p:spPr>
      </p:pic>
      <p:sp>
        <p:nvSpPr>
          <p:cNvPr id="2" name="Slide Number Placeholder 1">
            <a:extLst>
              <a:ext uri="{FF2B5EF4-FFF2-40B4-BE49-F238E27FC236}">
                <a16:creationId xmlns:a16="http://schemas.microsoft.com/office/drawing/2014/main" id="{D6663FA7-1EBC-ABCA-30A8-BE5AEE4DD65E}"/>
              </a:ext>
            </a:extLst>
          </p:cNvPr>
          <p:cNvSpPr>
            <a:spLocks noGrp="1"/>
          </p:cNvSpPr>
          <p:nvPr>
            <p:ph type="sldNum" sz="quarter" idx="12"/>
          </p:nvPr>
        </p:nvSpPr>
        <p:spPr/>
        <p:txBody>
          <a:bodyPr/>
          <a:lstStyle/>
          <a:p>
            <a:fld id="{21004690-02AB-4EF8-9513-CB283ECF7991}" type="slidenum">
              <a:rPr lang="en-BW" smtClean="0"/>
              <a:t>15</a:t>
            </a:fld>
            <a:endParaRPr lang="en-BW"/>
          </a:p>
        </p:txBody>
      </p:sp>
      <p:pic>
        <p:nvPicPr>
          <p:cNvPr id="9" name="Picture 8">
            <a:extLst>
              <a:ext uri="{FF2B5EF4-FFF2-40B4-BE49-F238E27FC236}">
                <a16:creationId xmlns:a16="http://schemas.microsoft.com/office/drawing/2014/main" id="{8F59AC28-90CC-7FA6-BE55-C1162FB28039}"/>
              </a:ext>
            </a:extLst>
          </p:cNvPr>
          <p:cNvPicPr>
            <a:picLocks noChangeAspect="1"/>
          </p:cNvPicPr>
          <p:nvPr/>
        </p:nvPicPr>
        <p:blipFill>
          <a:blip r:embed="rId3"/>
          <a:stretch>
            <a:fillRect/>
          </a:stretch>
        </p:blipFill>
        <p:spPr>
          <a:xfrm>
            <a:off x="4015197" y="6356351"/>
            <a:ext cx="1113605" cy="451648"/>
          </a:xfrm>
          <a:prstGeom prst="rect">
            <a:avLst/>
          </a:prstGeom>
        </p:spPr>
      </p:pic>
      <p:pic>
        <p:nvPicPr>
          <p:cNvPr id="10" name="Picture 9">
            <a:extLst>
              <a:ext uri="{FF2B5EF4-FFF2-40B4-BE49-F238E27FC236}">
                <a16:creationId xmlns:a16="http://schemas.microsoft.com/office/drawing/2014/main" id="{53BF235D-1D0B-58E3-30A5-85B28C1F917F}"/>
              </a:ext>
            </a:extLst>
          </p:cNvPr>
          <p:cNvPicPr>
            <a:picLocks noChangeAspect="1"/>
          </p:cNvPicPr>
          <p:nvPr/>
        </p:nvPicPr>
        <p:blipFill>
          <a:blip r:embed="rId4"/>
          <a:stretch>
            <a:fillRect/>
          </a:stretch>
        </p:blipFill>
        <p:spPr>
          <a:xfrm>
            <a:off x="0" y="6610277"/>
            <a:ext cx="9144000" cy="254891"/>
          </a:xfrm>
          <a:prstGeom prst="rect">
            <a:avLst/>
          </a:prstGeom>
        </p:spPr>
      </p:pic>
      <p:sp>
        <p:nvSpPr>
          <p:cNvPr id="11" name="TextBox 10">
            <a:extLst>
              <a:ext uri="{FF2B5EF4-FFF2-40B4-BE49-F238E27FC236}">
                <a16:creationId xmlns:a16="http://schemas.microsoft.com/office/drawing/2014/main" id="{30224578-E447-DF49-B2EA-D8579494FD04}"/>
              </a:ext>
            </a:extLst>
          </p:cNvPr>
          <p:cNvSpPr txBox="1"/>
          <p:nvPr/>
        </p:nvSpPr>
        <p:spPr>
          <a:xfrm>
            <a:off x="1369860" y="1596592"/>
            <a:ext cx="6019644" cy="3970318"/>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600" b="1" dirty="0">
                <a:ea typeface="Calibri" panose="020F0502020204030204"/>
                <a:cs typeface="Calibri" panose="020F0502020204030204"/>
              </a:rPr>
              <a:t>THANK YOU FOR YOUR TIME</a:t>
            </a:r>
            <a:endParaRPr lang="en-US" sz="3600" dirty="0">
              <a:ea typeface="Calibri"/>
              <a:cs typeface="Calibri"/>
            </a:endParaRPr>
          </a:p>
          <a:p>
            <a:pPr algn="ctr"/>
            <a:endParaRPr lang="en-US" sz="3600" b="1" dirty="0">
              <a:ea typeface="Calibri" panose="020F0502020204030204"/>
              <a:cs typeface="Calibri" panose="020F0502020204030204"/>
            </a:endParaRPr>
          </a:p>
          <a:p>
            <a:pPr algn="ctr"/>
            <a:endParaRPr lang="en-US" sz="3600" b="1" dirty="0">
              <a:ea typeface="Calibri" panose="020F0502020204030204"/>
              <a:cs typeface="Calibri" panose="020F0502020204030204"/>
            </a:endParaRPr>
          </a:p>
          <a:p>
            <a:pPr algn="ctr"/>
            <a:endParaRPr lang="en-US" sz="3600" b="1" dirty="0">
              <a:ea typeface="Calibri" panose="020F0502020204030204"/>
              <a:cs typeface="Calibri" panose="020F0502020204030204"/>
            </a:endParaRPr>
          </a:p>
          <a:p>
            <a:pPr algn="ctr"/>
            <a:endParaRPr lang="en-US" sz="3600" b="1" dirty="0">
              <a:ea typeface="Calibri" panose="020F0502020204030204"/>
              <a:cs typeface="Calibri" panose="020F0502020204030204"/>
            </a:endParaRPr>
          </a:p>
          <a:p>
            <a:pPr algn="ctr"/>
            <a:endParaRPr lang="en-US" sz="3600" b="1" dirty="0">
              <a:ea typeface="Calibri" panose="020F0502020204030204"/>
              <a:cs typeface="Calibri" panose="020F0502020204030204"/>
            </a:endParaRPr>
          </a:p>
          <a:p>
            <a:pPr algn="ctr"/>
            <a:r>
              <a:rPr lang="en-US" sz="3600" b="1" dirty="0" err="1">
                <a:ea typeface="Calibri" panose="020F0502020204030204"/>
                <a:cs typeface="Calibri" panose="020F0502020204030204"/>
              </a:rPr>
              <a:t>QnA</a:t>
            </a:r>
            <a:endParaRPr lang="en-US" sz="3600" b="1" dirty="0">
              <a:ea typeface="Calibri" panose="020F0502020204030204"/>
              <a:cs typeface="Calibri" panose="020F0502020204030204"/>
            </a:endParaRPr>
          </a:p>
        </p:txBody>
      </p:sp>
      <p:grpSp>
        <p:nvGrpSpPr>
          <p:cNvPr id="12" name="Google Shape;5822;p79">
            <a:extLst>
              <a:ext uri="{FF2B5EF4-FFF2-40B4-BE49-F238E27FC236}">
                <a16:creationId xmlns:a16="http://schemas.microsoft.com/office/drawing/2014/main" id="{C7700C01-D7ED-6FDF-25AC-15F5306468F0}"/>
              </a:ext>
            </a:extLst>
          </p:cNvPr>
          <p:cNvGrpSpPr/>
          <p:nvPr/>
        </p:nvGrpSpPr>
        <p:grpSpPr>
          <a:xfrm>
            <a:off x="3082353" y="2362436"/>
            <a:ext cx="2594793" cy="2415033"/>
            <a:chOff x="3274578" y="1880626"/>
            <a:chExt cx="481750" cy="481850"/>
          </a:xfrm>
          <a:solidFill>
            <a:schemeClr val="accent2">
              <a:lumMod val="40000"/>
              <a:lumOff val="60000"/>
            </a:schemeClr>
          </a:solidFill>
        </p:grpSpPr>
        <p:sp>
          <p:nvSpPr>
            <p:cNvPr id="13" name="Google Shape;5823;p79">
              <a:extLst>
                <a:ext uri="{FF2B5EF4-FFF2-40B4-BE49-F238E27FC236}">
                  <a16:creationId xmlns:a16="http://schemas.microsoft.com/office/drawing/2014/main" id="{DD5A107E-FFCE-58AF-39AE-BBEDDC75F5E6}"/>
                </a:ext>
              </a:extLst>
            </p:cNvPr>
            <p:cNvSpPr/>
            <p:nvPr/>
          </p:nvSpPr>
          <p:spPr>
            <a:xfrm>
              <a:off x="3416628" y="2247651"/>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grpFill/>
            <a:ln>
              <a:solidFill>
                <a:schemeClr val="accent2">
                  <a:lumMod val="75000"/>
                </a:schemeClr>
              </a:solid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endParaRPr>
                <a:solidFill>
                  <a:srgbClr val="435D74"/>
                </a:solidFill>
              </a:endParaRPr>
            </a:p>
          </p:txBody>
        </p:sp>
        <p:sp>
          <p:nvSpPr>
            <p:cNvPr id="14" name="Google Shape;5824;p79">
              <a:extLst>
                <a:ext uri="{FF2B5EF4-FFF2-40B4-BE49-F238E27FC236}">
                  <a16:creationId xmlns:a16="http://schemas.microsoft.com/office/drawing/2014/main" id="{A6B40039-6F58-FB4C-1AEA-B2451F77C847}"/>
                </a:ext>
              </a:extLst>
            </p:cNvPr>
            <p:cNvSpPr/>
            <p:nvPr/>
          </p:nvSpPr>
          <p:spPr>
            <a:xfrm>
              <a:off x="3338478" y="1880626"/>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grpFill/>
            <a:ln>
              <a:solidFill>
                <a:schemeClr val="accent2">
                  <a:lumMod val="75000"/>
                </a:schemeClr>
              </a:solid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endParaRPr>
                <a:solidFill>
                  <a:srgbClr val="435D74"/>
                </a:solidFill>
              </a:endParaRPr>
            </a:p>
          </p:txBody>
        </p:sp>
        <p:sp>
          <p:nvSpPr>
            <p:cNvPr id="15" name="Google Shape;5825;p79">
              <a:extLst>
                <a:ext uri="{FF2B5EF4-FFF2-40B4-BE49-F238E27FC236}">
                  <a16:creationId xmlns:a16="http://schemas.microsoft.com/office/drawing/2014/main" id="{51F2C41B-8FBA-17E8-64F2-10CE5EA3CAE7}"/>
                </a:ext>
              </a:extLst>
            </p:cNvPr>
            <p:cNvSpPr/>
            <p:nvPr/>
          </p:nvSpPr>
          <p:spPr>
            <a:xfrm>
              <a:off x="3274578" y="2050026"/>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grpFill/>
            <a:ln>
              <a:solidFill>
                <a:schemeClr val="accent2">
                  <a:lumMod val="75000"/>
                </a:schemeClr>
              </a:solid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endParaRPr>
                <a:solidFill>
                  <a:srgbClr val="435D74"/>
                </a:solidFill>
              </a:endParaRPr>
            </a:p>
          </p:txBody>
        </p:sp>
        <p:sp>
          <p:nvSpPr>
            <p:cNvPr id="16" name="Google Shape;5826;p79">
              <a:extLst>
                <a:ext uri="{FF2B5EF4-FFF2-40B4-BE49-F238E27FC236}">
                  <a16:creationId xmlns:a16="http://schemas.microsoft.com/office/drawing/2014/main" id="{5D1AACD1-DC84-35F3-A393-2B50F128EA33}"/>
                </a:ext>
              </a:extLst>
            </p:cNvPr>
            <p:cNvSpPr/>
            <p:nvPr/>
          </p:nvSpPr>
          <p:spPr>
            <a:xfrm>
              <a:off x="3277428" y="1955526"/>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grpFill/>
            <a:ln>
              <a:solidFill>
                <a:schemeClr val="accent2">
                  <a:lumMod val="75000"/>
                </a:schemeClr>
              </a:solid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endParaRPr>
                <a:solidFill>
                  <a:srgbClr val="435D74"/>
                </a:solidFill>
              </a:endParaRPr>
            </a:p>
          </p:txBody>
        </p:sp>
        <p:sp>
          <p:nvSpPr>
            <p:cNvPr id="17" name="Google Shape;5827;p79">
              <a:extLst>
                <a:ext uri="{FF2B5EF4-FFF2-40B4-BE49-F238E27FC236}">
                  <a16:creationId xmlns:a16="http://schemas.microsoft.com/office/drawing/2014/main" id="{CDE0B430-33E4-D925-DAB9-31ACFEC0C38F}"/>
                </a:ext>
              </a:extLst>
            </p:cNvPr>
            <p:cNvSpPr/>
            <p:nvPr/>
          </p:nvSpPr>
          <p:spPr>
            <a:xfrm>
              <a:off x="3277428" y="2124901"/>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grpFill/>
            <a:ln>
              <a:solidFill>
                <a:schemeClr val="accent2">
                  <a:lumMod val="75000"/>
                </a:schemeClr>
              </a:solid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endParaRPr>
                <a:solidFill>
                  <a:srgbClr val="435D74"/>
                </a:solidFill>
              </a:endParaRPr>
            </a:p>
          </p:txBody>
        </p:sp>
        <p:sp>
          <p:nvSpPr>
            <p:cNvPr id="18" name="Google Shape;5828;p79">
              <a:extLst>
                <a:ext uri="{FF2B5EF4-FFF2-40B4-BE49-F238E27FC236}">
                  <a16:creationId xmlns:a16="http://schemas.microsoft.com/office/drawing/2014/main" id="{B1CC4620-8F7D-085C-0964-003A0237B8B3}"/>
                </a:ext>
              </a:extLst>
            </p:cNvPr>
            <p:cNvSpPr/>
            <p:nvPr/>
          </p:nvSpPr>
          <p:spPr>
            <a:xfrm>
              <a:off x="3699903" y="2050026"/>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grpFill/>
            <a:ln>
              <a:solidFill>
                <a:schemeClr val="accent2">
                  <a:lumMod val="75000"/>
                </a:schemeClr>
              </a:solid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endParaRPr>
                <a:solidFill>
                  <a:srgbClr val="435D74"/>
                </a:solidFill>
              </a:endParaRPr>
            </a:p>
          </p:txBody>
        </p:sp>
        <p:sp>
          <p:nvSpPr>
            <p:cNvPr id="19" name="Google Shape;5829;p79">
              <a:extLst>
                <a:ext uri="{FF2B5EF4-FFF2-40B4-BE49-F238E27FC236}">
                  <a16:creationId xmlns:a16="http://schemas.microsoft.com/office/drawing/2014/main" id="{1DB24D83-2A1D-4553-BBB1-E24AD9A48983}"/>
                </a:ext>
              </a:extLst>
            </p:cNvPr>
            <p:cNvSpPr/>
            <p:nvPr/>
          </p:nvSpPr>
          <p:spPr>
            <a:xfrm>
              <a:off x="3702778" y="1955526"/>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grpFill/>
            <a:ln>
              <a:solidFill>
                <a:schemeClr val="accent2">
                  <a:lumMod val="75000"/>
                </a:schemeClr>
              </a:solid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endParaRPr>
                <a:solidFill>
                  <a:srgbClr val="435D74"/>
                </a:solidFill>
              </a:endParaRPr>
            </a:p>
          </p:txBody>
        </p:sp>
        <p:sp>
          <p:nvSpPr>
            <p:cNvPr id="20" name="Google Shape;5830;p79">
              <a:extLst>
                <a:ext uri="{FF2B5EF4-FFF2-40B4-BE49-F238E27FC236}">
                  <a16:creationId xmlns:a16="http://schemas.microsoft.com/office/drawing/2014/main" id="{B098A796-641A-6D7A-31DE-CBE36AC2EC90}"/>
                </a:ext>
              </a:extLst>
            </p:cNvPr>
            <p:cNvSpPr/>
            <p:nvPr/>
          </p:nvSpPr>
          <p:spPr>
            <a:xfrm>
              <a:off x="3702628" y="2124726"/>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grpFill/>
            <a:ln>
              <a:solidFill>
                <a:schemeClr val="accent2">
                  <a:lumMod val="75000"/>
                </a:schemeClr>
              </a:solid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endParaRPr>
                <a:solidFill>
                  <a:srgbClr val="435D74"/>
                </a:solidFill>
              </a:endParaRPr>
            </a:p>
          </p:txBody>
        </p:sp>
      </p:grpSp>
    </p:spTree>
    <p:extLst>
      <p:ext uri="{BB962C8B-B14F-4D97-AF65-F5344CB8AC3E}">
        <p14:creationId xmlns:p14="http://schemas.microsoft.com/office/powerpoint/2010/main" val="67371453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f7508928-13aa-496e-92c2-06b222dfd71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EDFE191AF2D144C8CBCA275A0906B01" ma:contentTypeVersion="16" ma:contentTypeDescription="Create a new document." ma:contentTypeScope="" ma:versionID="6f135530753812c06d9a1546942b4a47">
  <xsd:schema xmlns:xsd="http://www.w3.org/2001/XMLSchema" xmlns:xs="http://www.w3.org/2001/XMLSchema" xmlns:p="http://schemas.microsoft.com/office/2006/metadata/properties" xmlns:ns3="f7508928-13aa-496e-92c2-06b222dfd713" xmlns:ns4="79cb7905-fd5d-4fb8-b6ba-3bfa43bb8ac8" targetNamespace="http://schemas.microsoft.com/office/2006/metadata/properties" ma:root="true" ma:fieldsID="88f6a09d0188fdb8f65eb00db31a054b" ns3:_="" ns4:_="">
    <xsd:import namespace="f7508928-13aa-496e-92c2-06b222dfd713"/>
    <xsd:import namespace="79cb7905-fd5d-4fb8-b6ba-3bfa43bb8ac8"/>
    <xsd:element name="properties">
      <xsd:complexType>
        <xsd:sequence>
          <xsd:element name="documentManagement">
            <xsd:complexType>
              <xsd:all>
                <xsd:element ref="ns3:MediaServiceMetadata" minOccurs="0"/>
                <xsd:element ref="ns3:MediaServiceFastMetadata" minOccurs="0"/>
                <xsd:element ref="ns3:_activity" minOccurs="0"/>
                <xsd:element ref="ns3:MediaServiceDateTaken" minOccurs="0"/>
                <xsd:element ref="ns3:MediaServiceAutoTags" minOccurs="0"/>
                <xsd:element ref="ns3:MediaServiceLocation" minOccurs="0"/>
                <xsd:element ref="ns3:MediaServiceGenerationTime" minOccurs="0"/>
                <xsd:element ref="ns3:MediaServiceEventHashCode" minOccurs="0"/>
                <xsd:element ref="ns3:MediaLengthInSeconds" minOccurs="0"/>
                <xsd:element ref="ns3:MediaServiceOCR" minOccurs="0"/>
                <xsd:element ref="ns3:MediaServiceSearchProperties" minOccurs="0"/>
                <xsd:element ref="ns3:MediaServiceObjectDetectorVersions" minOccurs="0"/>
                <xsd:element ref="ns4:SharedWithUsers" minOccurs="0"/>
                <xsd:element ref="ns4:SharedWithDetails" minOccurs="0"/>
                <xsd:element ref="ns4:SharingHintHash" minOccurs="0"/>
                <xsd:element ref="ns4:MigrationSourceI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7508928-13aa-496e-92c2-06b222dfd71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activity" ma:index="10" nillable="true" ma:displayName="_activity" ma:hidden="true" ma:internalName="_activity">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AutoTags" ma:index="12" nillable="true" ma:displayName="Tags" ma:internalName="MediaServiceAutoTags" ma:readOnly="true">
      <xsd:simpleType>
        <xsd:restriction base="dms:Text"/>
      </xsd:simpleType>
    </xsd:element>
    <xsd:element name="MediaServiceLocation" ma:index="13" nillable="true" ma:displayName="Location" ma:indexed="true"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9cb7905-fd5d-4fb8-b6ba-3bfa43bb8ac8"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element name="SharingHintHash" ma:index="22" nillable="true" ma:displayName="Sharing Hint Hash" ma:hidden="true" ma:internalName="SharingHintHash" ma:readOnly="true">
      <xsd:simpleType>
        <xsd:restriction base="dms:Text"/>
      </xsd:simpleType>
    </xsd:element>
    <xsd:element name="MigrationSourceID" ma:index="23" nillable="true" ma:displayName="MigrationSourceID" ma:internalName="MigrationSourceID"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F898F7C-A34A-4FE6-8F4C-62983E46AD0D}">
  <ds:schemaRefs>
    <ds:schemaRef ds:uri="http://purl.org/dc/elements/1.1/"/>
    <ds:schemaRef ds:uri="http://schemas.microsoft.com/office/2006/documentManagement/types"/>
    <ds:schemaRef ds:uri="http://www.w3.org/XML/1998/namespace"/>
    <ds:schemaRef ds:uri="79cb7905-fd5d-4fb8-b6ba-3bfa43bb8ac8"/>
    <ds:schemaRef ds:uri="http://purl.org/dc/dcmitype/"/>
    <ds:schemaRef ds:uri="http://schemas.openxmlformats.org/package/2006/metadata/core-properties"/>
    <ds:schemaRef ds:uri="http://schemas.microsoft.com/office/infopath/2007/PartnerControls"/>
    <ds:schemaRef ds:uri="http://purl.org/dc/terms/"/>
    <ds:schemaRef ds:uri="f7508928-13aa-496e-92c2-06b222dfd713"/>
    <ds:schemaRef ds:uri="http://schemas.microsoft.com/office/2006/metadata/properties"/>
  </ds:schemaRefs>
</ds:datastoreItem>
</file>

<file path=customXml/itemProps2.xml><?xml version="1.0" encoding="utf-8"?>
<ds:datastoreItem xmlns:ds="http://schemas.openxmlformats.org/officeDocument/2006/customXml" ds:itemID="{8403A09B-36AC-4EA4-9FA8-CBC20ECEEE77}">
  <ds:schemaRefs>
    <ds:schemaRef ds:uri="http://schemas.microsoft.com/sharepoint/v3/contenttype/forms"/>
  </ds:schemaRefs>
</ds:datastoreItem>
</file>

<file path=customXml/itemProps3.xml><?xml version="1.0" encoding="utf-8"?>
<ds:datastoreItem xmlns:ds="http://schemas.openxmlformats.org/officeDocument/2006/customXml" ds:itemID="{CA87858B-EB8B-49A0-AB8A-FE5E6799AB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7508928-13aa-496e-92c2-06b222dfd713"/>
    <ds:schemaRef ds:uri="79cb7905-fd5d-4fb8-b6ba-3bfa43bb8ac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ab414c51-c6f2-4403-8b00-bb190e2191b2}" enabled="0" method="" siteId="{ab414c51-c6f2-4403-8b00-bb190e2191b2}" removed="1"/>
</clbl:labelList>
</file>

<file path=docProps/app.xml><?xml version="1.0" encoding="utf-8"?>
<Properties xmlns="http://schemas.openxmlformats.org/officeDocument/2006/extended-properties" xmlns:vt="http://schemas.openxmlformats.org/officeDocument/2006/docPropsVTypes">
  <Template>Office Theme</Template>
  <TotalTime>2335</TotalTime>
  <Words>757</Words>
  <Application>Microsoft Office PowerPoint</Application>
  <PresentationFormat>On-screen Show (4:3)</PresentationFormat>
  <Paragraphs>146</Paragraphs>
  <Slides>15</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15</vt:i4>
      </vt:variant>
    </vt:vector>
  </HeadingPairs>
  <TitlesOfParts>
    <vt:vector size="25" baseType="lpstr">
      <vt:lpstr>Aptos Narrow</vt:lpstr>
      <vt:lpstr>Arial</vt:lpstr>
      <vt:lpstr>Calibri</vt:lpstr>
      <vt:lpstr>Calibri Light</vt:lpstr>
      <vt:lpstr>Cambria</vt:lpstr>
      <vt:lpstr>Tahoma</vt:lpstr>
      <vt:lpstr>Times New Roman</vt:lpstr>
      <vt:lpstr>Trebuchet MS</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Lucia K. Ketshabetswe</dc:creator>
  <cp:lastModifiedBy>TSHOTLHE SEIPHEPI</cp:lastModifiedBy>
  <cp:revision>12</cp:revision>
  <dcterms:created xsi:type="dcterms:W3CDTF">2021-10-07T13:58:06Z</dcterms:created>
  <dcterms:modified xsi:type="dcterms:W3CDTF">2026-05-20T01:06:53Z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0x010100BEDFE191AF2D144C8CBCA275A0906B01</vt:lpwstr>
  </property>
</Properties>
</file>